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handoutMasterIdLst>
    <p:handoutMasterId r:id="rId18"/>
  </p:handoutMasterIdLst>
  <p:sldIdLst>
    <p:sldId id="265" r:id="rId4"/>
    <p:sldId id="266" r:id="rId5"/>
    <p:sldId id="258" r:id="rId7"/>
    <p:sldId id="259" r:id="rId8"/>
    <p:sldId id="267" r:id="rId9"/>
    <p:sldId id="275" r:id="rId10"/>
    <p:sldId id="271" r:id="rId11"/>
    <p:sldId id="274" r:id="rId12"/>
    <p:sldId id="277" r:id="rId13"/>
    <p:sldId id="278" r:id="rId14"/>
    <p:sldId id="280" r:id="rId15"/>
    <p:sldId id="281" r:id="rId16"/>
    <p:sldId id="283"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image" Target="../media/image3.png"/><Relationship Id="rId7" Type="http://schemas.openxmlformats.org/officeDocument/2006/relationships/tags" Target="../tags/tag66.xml"/><Relationship Id="rId6" Type="http://schemas.openxmlformats.org/officeDocument/2006/relationships/image" Target="../media/image2.png"/><Relationship Id="rId5" Type="http://schemas.openxmlformats.org/officeDocument/2006/relationships/tags" Target="../tags/tag65.xml"/><Relationship Id="rId4" Type="http://schemas.openxmlformats.org/officeDocument/2006/relationships/image" Target="../media/image1.png"/><Relationship Id="rId3" Type="http://schemas.openxmlformats.org/officeDocument/2006/relationships/tags" Target="../tags/tag64.xml"/><Relationship Id="rId2" Type="http://schemas.openxmlformats.org/officeDocument/2006/relationships/tags" Target="../tags/tag63.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635" y="0"/>
            <a:ext cx="12192000" cy="6857365"/>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2" name="图片 11"/>
          <p:cNvPicPr>
            <a:picLocks noChangeAspect="1"/>
          </p:cNvPicPr>
          <p:nvPr userDrawn="1">
            <p:custDataLst>
              <p:tags r:id="rId3"/>
            </p:custDataLst>
          </p:nvPr>
        </p:nvPicPr>
        <p:blipFill>
          <a:blip r:embed="rId4" cstate="print">
            <a:alphaModFix amt="60000"/>
            <a:extLst>
              <a:ext uri="{28A0092B-C50C-407E-A947-70E740481C1C}">
                <a14:useLocalDpi xmlns:a14="http://schemas.microsoft.com/office/drawing/2010/main" val="0"/>
              </a:ext>
            </a:extLst>
          </a:blip>
          <a:srcRect l="7828" r="7824" b="5097"/>
          <a:stretch>
            <a:fillRect/>
          </a:stretch>
        </p:blipFill>
        <p:spPr>
          <a:xfrm>
            <a:off x="0" y="-635"/>
            <a:ext cx="12165330" cy="6858000"/>
          </a:xfrm>
          <a:prstGeom prst="rect">
            <a:avLst/>
          </a:prstGeom>
        </p:spPr>
      </p:pic>
      <p:pic>
        <p:nvPicPr>
          <p:cNvPr id="8" name="图片 7"/>
          <p:cNvPicPr>
            <a:picLocks noChangeAspect="1"/>
          </p:cNvPicPr>
          <p:nvPr userDrawn="1">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10795" y="762635"/>
            <a:ext cx="12186920" cy="6095365"/>
          </a:xfrm>
          <a:prstGeom prst="rect">
            <a:avLst/>
          </a:prstGeom>
        </p:spPr>
      </p:pic>
      <p:pic>
        <p:nvPicPr>
          <p:cNvPr id="9" name="图片 8"/>
          <p:cNvPicPr>
            <a:picLocks noChangeAspect="1"/>
          </p:cNvPicPr>
          <p:nvPr userDrawn="1">
            <p:custDataLst>
              <p:tags r:id="rId7"/>
            </p:custDataLst>
          </p:nvPr>
        </p:nvPicPr>
        <p:blipFill>
          <a:blip r:embed="rId8" cstate="print">
            <a:extLst>
              <a:ext uri="{28A0092B-C50C-407E-A947-70E740481C1C}">
                <a14:useLocalDpi xmlns:a14="http://schemas.microsoft.com/office/drawing/2010/main" val="0"/>
              </a:ext>
            </a:extLst>
          </a:blip>
          <a:stretch>
            <a:fillRect/>
          </a:stretch>
        </p:blipFill>
        <p:spPr>
          <a:xfrm>
            <a:off x="5715" y="863600"/>
            <a:ext cx="12186285" cy="5994400"/>
          </a:xfrm>
          <a:prstGeom prst="rect">
            <a:avLst/>
          </a:prstGeom>
        </p:spPr>
      </p:pic>
      <p:pic>
        <p:nvPicPr>
          <p:cNvPr id="11" name="图片 10"/>
          <p:cNvPicPr>
            <a:picLocks noChangeAspect="1"/>
          </p:cNvPicPr>
          <p:nvPr userDrawn="1">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5715" y="799465"/>
            <a:ext cx="12192000" cy="6057900"/>
          </a:xfrm>
          <a:prstGeom prst="rect">
            <a:avLst/>
          </a:prstGeom>
        </p:spPr>
      </p:pic>
      <p:sp>
        <p:nvSpPr>
          <p:cNvPr id="13" name="矩形 12"/>
          <p:cNvSpPr/>
          <p:nvPr userDrawn="1">
            <p:custDataLst>
              <p:tags r:id="rId11"/>
            </p:custDataLst>
          </p:nvPr>
        </p:nvSpPr>
        <p:spPr>
          <a:xfrm>
            <a:off x="0" y="1770380"/>
            <a:ext cx="12191365" cy="2689860"/>
          </a:xfrm>
          <a:prstGeom prst="rect">
            <a:avLst/>
          </a:prstGeom>
          <a:gradFill>
            <a:gsLst>
              <a:gs pos="77081">
                <a:schemeClr val="accent2">
                  <a:alpha val="40000"/>
                </a:schemeClr>
              </a:gs>
              <a:gs pos="31188">
                <a:schemeClr val="accent2">
                  <a:alpha val="40000"/>
                </a:schemeClr>
              </a:gs>
              <a:gs pos="57000">
                <a:schemeClr val="accent2"/>
              </a:gs>
              <a:gs pos="3670">
                <a:schemeClr val="accent2">
                  <a:alpha val="0"/>
                </a:schemeClr>
              </a:gs>
              <a:gs pos="100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9" name="直接连接符 18"/>
          <p:cNvCxnSpPr/>
          <p:nvPr userDrawn="1">
            <p:custDataLst>
              <p:tags r:id="rId12"/>
            </p:custDataLst>
          </p:nvPr>
        </p:nvCxnSpPr>
        <p:spPr>
          <a:xfrm>
            <a:off x="1940560" y="3316165"/>
            <a:ext cx="8310880" cy="0"/>
          </a:xfrm>
          <a:prstGeom prst="line">
            <a:avLst/>
          </a:prstGeom>
          <a:ln w="25400">
            <a:gradFill>
              <a:gsLst>
                <a:gs pos="8257">
                  <a:srgbClr val="46CFD9">
                    <a:alpha val="0"/>
                  </a:srgbClr>
                </a:gs>
                <a:gs pos="50000">
                  <a:schemeClr val="accent1">
                    <a:lumMod val="5000"/>
                    <a:lumOff val="95000"/>
                  </a:schemeClr>
                </a:gs>
                <a:gs pos="100000">
                  <a:srgbClr val="46CFD9">
                    <a:alpha val="0"/>
                  </a:srgbClr>
                </a:gs>
              </a:gsLst>
              <a:lin ang="0" scaled="0"/>
            </a:gra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p:custDataLst>
              <p:tags r:id="rId13"/>
            </p:custDataLst>
          </p:nvPr>
        </p:nvSpPr>
        <p:spPr>
          <a:xfrm>
            <a:off x="438150" y="1315720"/>
            <a:ext cx="11283950" cy="1800225"/>
          </a:xfrm>
        </p:spPr>
        <p:txBody>
          <a:bodyPr wrap="square" anchor="b">
            <a:normAutofit/>
          </a:bodyPr>
          <a:lstStyle>
            <a:lvl1pPr algn="ctr">
              <a:lnSpc>
                <a:spcPct val="100000"/>
              </a:lnSpc>
              <a:defRPr sz="7200">
                <a:solidFill>
                  <a:srgbClr val="FFFFFF"/>
                </a:solidFill>
                <a:latin typeface="+mj-lt"/>
                <a:ea typeface="+mj-lt"/>
              </a:defRPr>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1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5"/>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7"/>
            </p:custDataLst>
          </p:nvPr>
        </p:nvSpPr>
        <p:spPr>
          <a:xfrm>
            <a:off x="4656180" y="3659320"/>
            <a:ext cx="2880000" cy="504000"/>
          </a:xfrm>
        </p:spPr>
        <p:txBody>
          <a:bodyPr wrap="square" anchor="ctr">
            <a:normAutofit/>
          </a:bodyPr>
          <a:lstStyle>
            <a:lvl1pPr marL="0" indent="0" algn="ctr">
              <a:lnSpc>
                <a:spcPct val="100000"/>
              </a:lnSpc>
              <a:buNone/>
              <a:defRPr sz="2400">
                <a:solidFill>
                  <a:srgbClr val="FFFFFF"/>
                </a:solidFill>
              </a:defRPr>
            </a:lvl1pPr>
          </a:lstStyle>
          <a:p>
            <a:pPr lvl="0"/>
            <a:r>
              <a:rPr lang="zh-CN" altLang="en-US" dirty="0"/>
              <a:t>署名</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image" Target="../media/image2.png"/><Relationship Id="rId3" Type="http://schemas.openxmlformats.org/officeDocument/2006/relationships/tags" Target="../tags/tag76.xml"/><Relationship Id="rId2" Type="http://schemas.openxmlformats.org/officeDocument/2006/relationships/tags" Target="../tags/tag75.xml"/><Relationship Id="rId11" Type="http://schemas.openxmlformats.org/officeDocument/2006/relationships/theme" Target="../theme/theme2.xml"/><Relationship Id="rId10" Type="http://schemas.openxmlformats.org/officeDocument/2006/relationships/tags" Target="../tags/tag8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12192000" cy="6858000"/>
          </a:xfrm>
          <a:prstGeom prst="rect">
            <a:avLst/>
          </a:prstGeom>
          <a:gradFill>
            <a:gsLst>
              <a:gs pos="0">
                <a:schemeClr val="accent1">
                  <a:alpha val="30000"/>
                </a:schemeClr>
              </a:gs>
              <a:gs pos="100000">
                <a:schemeClr val="accent1">
                  <a:lumMod val="10000"/>
                  <a:lumOff val="90000"/>
                  <a:alpha val="0"/>
                </a:schemeClr>
              </a:gs>
            </a:gsLst>
            <a:lin ang="14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9" name="图片 8"/>
          <p:cNvPicPr>
            <a:picLocks noChangeAspect="1"/>
          </p:cNvPicPr>
          <p:nvPr userDrawn="1">
            <p:custDataLst>
              <p:tags r:id="rId3"/>
            </p:custDataLst>
          </p:nvPr>
        </p:nvPicPr>
        <p:blipFill rotWithShape="1">
          <a:blip r:embed="rId4" cstate="print">
            <a:alphaModFix amt="10000"/>
            <a:extLst>
              <a:ext uri="{28A0092B-C50C-407E-A947-70E740481C1C}">
                <a14:useLocalDpi xmlns:a14="http://schemas.microsoft.com/office/drawing/2010/main" val="0"/>
              </a:ext>
            </a:extLst>
          </a:blip>
          <a:srcRect t="25823" b="19405"/>
          <a:stretch>
            <a:fillRect/>
          </a:stretch>
        </p:blipFill>
        <p:spPr>
          <a:xfrm>
            <a:off x="-2514" y="3519553"/>
            <a:ext cx="12192000" cy="3338447"/>
          </a:xfrm>
          <a:prstGeom prst="rect">
            <a:avLst/>
          </a:prstGeom>
        </p:spPr>
      </p:pic>
      <p:sp>
        <p:nvSpPr>
          <p:cNvPr id="2" name="标题占位符 1"/>
          <p:cNvSpPr>
            <a:spLocks noGrp="1"/>
          </p:cNvSpPr>
          <p:nvPr>
            <p:ph type="title"/>
            <p:custDataLst>
              <p:tags r:id="rId5"/>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1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2.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8" Type="http://schemas.openxmlformats.org/officeDocument/2006/relationships/notesSlide" Target="../notesSlides/notesSlide1.xml"/><Relationship Id="rId17" Type="http://schemas.openxmlformats.org/officeDocument/2006/relationships/slideLayout" Target="../slideLayouts/slideLayout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4.xml"/><Relationship Id="rId3" Type="http://schemas.openxmlformats.org/officeDocument/2006/relationships/image" Target="../media/image5.png"/><Relationship Id="rId2" Type="http://schemas.openxmlformats.org/officeDocument/2006/relationships/tags" Target="../tags/tag103.xml"/><Relationship Id="rId1" Type="http://schemas.openxmlformats.org/officeDocument/2006/relationships/tags" Target="../tags/tag102.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07.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106.xml"/><Relationship Id="rId1" Type="http://schemas.openxmlformats.org/officeDocument/2006/relationships/tags" Target="../tags/tag105.xml"/></Relationships>
</file>

<file path=ppt/slides/_rels/slide5.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2" Type="http://schemas.openxmlformats.org/officeDocument/2006/relationships/notesSlide" Target="../notesSlides/notesSlide2.xml"/><Relationship Id="rId11" Type="http://schemas.openxmlformats.org/officeDocument/2006/relationships/slideLayout" Target="../slideLayouts/slideLayout2.xml"/><Relationship Id="rId10" Type="http://schemas.openxmlformats.org/officeDocument/2006/relationships/tags" Target="../tags/tag116.xml"/><Relationship Id="rId1" Type="http://schemas.openxmlformats.org/officeDocument/2006/relationships/tags" Target="../tags/tag108.xml"/></Relationships>
</file>

<file path=ppt/slides/_rels/slide6.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4" Type="http://schemas.openxmlformats.org/officeDocument/2006/relationships/notesSlide" Target="../notesSlides/notesSlide3.xml"/><Relationship Id="rId23" Type="http://schemas.openxmlformats.org/officeDocument/2006/relationships/slideLayout" Target="../slideLayouts/slideLayout2.xml"/><Relationship Id="rId22" Type="http://schemas.openxmlformats.org/officeDocument/2006/relationships/tags" Target="../tags/tag138.xml"/><Relationship Id="rId21" Type="http://schemas.openxmlformats.org/officeDocument/2006/relationships/tags" Target="../tags/tag137.xml"/><Relationship Id="rId20" Type="http://schemas.openxmlformats.org/officeDocument/2006/relationships/tags" Target="../tags/tag136.xml"/><Relationship Id="rId2" Type="http://schemas.openxmlformats.org/officeDocument/2006/relationships/tags" Target="../tags/tag118.xml"/><Relationship Id="rId19" Type="http://schemas.openxmlformats.org/officeDocument/2006/relationships/tags" Target="../tags/tag135.xml"/><Relationship Id="rId18" Type="http://schemas.openxmlformats.org/officeDocument/2006/relationships/tags" Target="../tags/tag134.xml"/><Relationship Id="rId17" Type="http://schemas.openxmlformats.org/officeDocument/2006/relationships/tags" Target="../tags/tag133.xml"/><Relationship Id="rId16" Type="http://schemas.openxmlformats.org/officeDocument/2006/relationships/tags" Target="../tags/tag132.xml"/><Relationship Id="rId15" Type="http://schemas.openxmlformats.org/officeDocument/2006/relationships/tags" Target="../tags/tag131.xml"/><Relationship Id="rId14" Type="http://schemas.openxmlformats.org/officeDocument/2006/relationships/tags" Target="../tags/tag130.xml"/><Relationship Id="rId13" Type="http://schemas.openxmlformats.org/officeDocument/2006/relationships/tags" Target="../tags/tag129.xml"/><Relationship Id="rId12" Type="http://schemas.openxmlformats.org/officeDocument/2006/relationships/tags" Target="../tags/tag128.xml"/><Relationship Id="rId11" Type="http://schemas.openxmlformats.org/officeDocument/2006/relationships/tags" Target="../tags/tag127.xml"/><Relationship Id="rId10" Type="http://schemas.openxmlformats.org/officeDocument/2006/relationships/tags" Target="../tags/tag126.xml"/><Relationship Id="rId1" Type="http://schemas.openxmlformats.org/officeDocument/2006/relationships/tags" Target="../tags/tag117.xml"/></Relationships>
</file>

<file path=ppt/slides/_rels/slide7.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image" Target="../media/image10.png"/><Relationship Id="rId2" Type="http://schemas.openxmlformats.org/officeDocument/2006/relationships/tags" Target="../tags/tag140.xml"/><Relationship Id="rId11" Type="http://schemas.openxmlformats.org/officeDocument/2006/relationships/notesSlide" Target="../notesSlides/notesSlide4.xml"/><Relationship Id="rId10" Type="http://schemas.openxmlformats.org/officeDocument/2006/relationships/slideLayout" Target="../slideLayouts/slideLayout2.xml"/><Relationship Id="rId1" Type="http://schemas.openxmlformats.org/officeDocument/2006/relationships/tags" Target="../tags/tag139.xml"/></Relationships>
</file>

<file path=ppt/slides/_rels/slide8.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image" Target="../media/image11.png"/><Relationship Id="rId2" Type="http://schemas.openxmlformats.org/officeDocument/2006/relationships/tags" Target="../tags/tag148.xml"/><Relationship Id="rId18" Type="http://schemas.openxmlformats.org/officeDocument/2006/relationships/slideLayout" Target="../slideLayouts/slideLayout2.xml"/><Relationship Id="rId17" Type="http://schemas.openxmlformats.org/officeDocument/2006/relationships/tags" Target="../tags/tag162.xml"/><Relationship Id="rId16" Type="http://schemas.openxmlformats.org/officeDocument/2006/relationships/tags" Target="../tags/tag161.xml"/><Relationship Id="rId15" Type="http://schemas.openxmlformats.org/officeDocument/2006/relationships/tags" Target="../tags/tag160.xml"/><Relationship Id="rId14" Type="http://schemas.openxmlformats.org/officeDocument/2006/relationships/tags" Target="../tags/tag159.xml"/><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tags" Target="../tags/tag147.xml"/></Relationships>
</file>

<file path=ppt/slides/_rels/slide9.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4" Type="http://schemas.openxmlformats.org/officeDocument/2006/relationships/notesSlide" Target="../notesSlides/notesSlide5.xml"/><Relationship Id="rId33" Type="http://schemas.openxmlformats.org/officeDocument/2006/relationships/slideLayout" Target="../slideLayouts/slideLayout2.xml"/><Relationship Id="rId32" Type="http://schemas.openxmlformats.org/officeDocument/2006/relationships/tags" Target="../tags/tag194.xml"/><Relationship Id="rId31" Type="http://schemas.openxmlformats.org/officeDocument/2006/relationships/tags" Target="../tags/tag193.xml"/><Relationship Id="rId30" Type="http://schemas.openxmlformats.org/officeDocument/2006/relationships/tags" Target="../tags/tag192.xml"/><Relationship Id="rId3" Type="http://schemas.openxmlformats.org/officeDocument/2006/relationships/tags" Target="../tags/tag165.xml"/><Relationship Id="rId29" Type="http://schemas.openxmlformats.org/officeDocument/2006/relationships/tags" Target="../tags/tag191.xml"/><Relationship Id="rId28" Type="http://schemas.openxmlformats.org/officeDocument/2006/relationships/tags" Target="../tags/tag190.xml"/><Relationship Id="rId27" Type="http://schemas.openxmlformats.org/officeDocument/2006/relationships/tags" Target="../tags/tag189.xml"/><Relationship Id="rId26" Type="http://schemas.openxmlformats.org/officeDocument/2006/relationships/tags" Target="../tags/tag188.xml"/><Relationship Id="rId25" Type="http://schemas.openxmlformats.org/officeDocument/2006/relationships/tags" Target="../tags/tag187.xml"/><Relationship Id="rId24" Type="http://schemas.openxmlformats.org/officeDocument/2006/relationships/tags" Target="../tags/tag186.xml"/><Relationship Id="rId23" Type="http://schemas.openxmlformats.org/officeDocument/2006/relationships/tags" Target="../tags/tag185.xml"/><Relationship Id="rId22" Type="http://schemas.openxmlformats.org/officeDocument/2006/relationships/tags" Target="../tags/tag184.xml"/><Relationship Id="rId21" Type="http://schemas.openxmlformats.org/officeDocument/2006/relationships/tags" Target="../tags/tag183.xml"/><Relationship Id="rId20" Type="http://schemas.openxmlformats.org/officeDocument/2006/relationships/tags" Target="../tags/tag182.xml"/><Relationship Id="rId2" Type="http://schemas.openxmlformats.org/officeDocument/2006/relationships/tags" Target="../tags/tag164.xml"/><Relationship Id="rId19" Type="http://schemas.openxmlformats.org/officeDocument/2006/relationships/tags" Target="../tags/tag181.xml"/><Relationship Id="rId18" Type="http://schemas.openxmlformats.org/officeDocument/2006/relationships/tags" Target="../tags/tag180.xml"/><Relationship Id="rId17" Type="http://schemas.openxmlformats.org/officeDocument/2006/relationships/tags" Target="../tags/tag179.xml"/><Relationship Id="rId16" Type="http://schemas.openxmlformats.org/officeDocument/2006/relationships/tags" Target="../tags/tag178.xml"/><Relationship Id="rId15" Type="http://schemas.openxmlformats.org/officeDocument/2006/relationships/tags" Target="../tags/tag177.xml"/><Relationship Id="rId14" Type="http://schemas.openxmlformats.org/officeDocument/2006/relationships/tags" Target="../tags/tag176.xml"/><Relationship Id="rId13" Type="http://schemas.openxmlformats.org/officeDocument/2006/relationships/tags" Target="../tags/tag175.xml"/><Relationship Id="rId12" Type="http://schemas.openxmlformats.org/officeDocument/2006/relationships/tags" Target="../tags/tag174.xml"/><Relationship Id="rId11" Type="http://schemas.openxmlformats.org/officeDocument/2006/relationships/tags" Target="../tags/tag173.xml"/><Relationship Id="rId10" Type="http://schemas.openxmlformats.org/officeDocument/2006/relationships/tags" Target="../tags/tag172.xml"/><Relationship Id="rId1" Type="http://schemas.openxmlformats.org/officeDocument/2006/relationships/tags" Target="../tags/tag163.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97.xml"/><Relationship Id="rId3" Type="http://schemas.openxmlformats.org/officeDocument/2006/relationships/image" Target="../media/image12.png"/><Relationship Id="rId2" Type="http://schemas.openxmlformats.org/officeDocument/2006/relationships/tags" Target="../tags/tag196.xml"/><Relationship Id="rId1" Type="http://schemas.openxmlformats.org/officeDocument/2006/relationships/tags" Target="../tags/tag195.xml"/></Relationships>
</file>

<file path=ppt/slides/_rels/slide11.xml.rels><?xml version="1.0" encoding="UTF-8" standalone="yes"?>
<Relationships xmlns="http://schemas.openxmlformats.org/package/2006/relationships"><Relationship Id="rId9" Type="http://schemas.openxmlformats.org/officeDocument/2006/relationships/tags" Target="../tags/tag205.xml"/><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tags" Target="../tags/tag202.xml"/><Relationship Id="rId5" Type="http://schemas.openxmlformats.org/officeDocument/2006/relationships/image" Target="../media/image13.png"/><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4" Type="http://schemas.openxmlformats.org/officeDocument/2006/relationships/slideLayout" Target="../slideLayouts/slideLayout2.xml"/><Relationship Id="rId13" Type="http://schemas.openxmlformats.org/officeDocument/2006/relationships/tags" Target="../tags/tag209.xml"/><Relationship Id="rId12" Type="http://schemas.openxmlformats.org/officeDocument/2006/relationships/tags" Target="../tags/tag208.xml"/><Relationship Id="rId11" Type="http://schemas.openxmlformats.org/officeDocument/2006/relationships/tags" Target="../tags/tag207.xml"/><Relationship Id="rId10" Type="http://schemas.openxmlformats.org/officeDocument/2006/relationships/tags" Target="../tags/tag206.xml"/><Relationship Id="rId1" Type="http://schemas.openxmlformats.org/officeDocument/2006/relationships/tags" Target="../tags/tag198.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12.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211.xml"/><Relationship Id="rId1" Type="http://schemas.openxmlformats.org/officeDocument/2006/relationships/tags" Target="../tags/tag210.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normAutofit fontScale="90000"/>
          </a:bodyPr>
          <a:lstStyle/>
          <a:p>
            <a:r>
              <a:rPr lang="zh-CN" altLang="en-US"/>
              <a:t>多模态客服智能体</a:t>
            </a:r>
            <a:br>
              <a:rPr lang="zh-CN" altLang="en-US"/>
            </a:br>
            <a:r>
              <a:rPr lang="en-US" altLang="zh-CN"/>
              <a:t>AI </a:t>
            </a:r>
            <a:r>
              <a:rPr lang="zh-CN" altLang="en-US"/>
              <a:t>应用项目展示</a:t>
            </a:r>
            <a:endParaRPr lang="zh-CN" altLang="en-US"/>
          </a:p>
        </p:txBody>
      </p:sp>
      <p:sp>
        <p:nvSpPr>
          <p:cNvPr id="10" name="署名"/>
          <p:cNvSpPr>
            <a:spLocks noGrp="1"/>
          </p:cNvSpPr>
          <p:nvPr>
            <p:ph type="body" sz="quarter" idx="17"/>
            <p:custDataLst>
              <p:tags r:id="rId2"/>
            </p:custDataLst>
          </p:nvPr>
        </p:nvSpPr>
        <p:spPr/>
        <p:txBody>
          <a:bodyPr/>
          <a:lstStyle/>
          <a:p>
            <a:r>
              <a:rPr lang="zh-CN" altLang="zh-CN"/>
              <a:t>制作人：王宇翔</a:t>
            </a:r>
            <a:endParaRPr lang="zh-CN"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a:t>一、数据预处理</a:t>
            </a:r>
            <a:endParaRPr lang="zh-CN" altLang="en-US"/>
          </a:p>
        </p:txBody>
      </p:sp>
      <p:sp>
        <p:nvSpPr>
          <p:cNvPr id="3" name="圆角矩形 2"/>
          <p:cNvSpPr/>
          <p:nvPr>
            <p:custDataLst>
              <p:tags r:id="rId2"/>
            </p:custDataLst>
          </p:nvPr>
        </p:nvSpPr>
        <p:spPr>
          <a:xfrm>
            <a:off x="695960" y="2665095"/>
            <a:ext cx="5325745" cy="1069340"/>
          </a:xfrm>
          <a:prstGeom prst="roundRect">
            <a:avLst>
              <a:gd name="adj" fmla="val 16270"/>
            </a:avLst>
          </a:prstGeom>
          <a:solidFill>
            <a:schemeClr val="lt1">
              <a:lumMod val="100000"/>
              <a:alpha val="10000"/>
            </a:schemeClr>
          </a:solidFill>
          <a:ln>
            <a:gradFill>
              <a:gsLst>
                <a:gs pos="0">
                  <a:schemeClr val="accent3">
                    <a:alpha val="70000"/>
                  </a:schemeClr>
                </a:gs>
                <a:gs pos="100000">
                  <a:schemeClr val="accent3">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视觉模型模块</a:t>
            </a:r>
            <a:endParaRPr lang="zh-CN" altLang="en-US" sz="1400" dirty="0">
              <a:solidFill>
                <a:schemeClr val="tx1">
                  <a:lumMod val="85000"/>
                  <a:lumOff val="15000"/>
                </a:schemeClr>
              </a:solidFill>
              <a:sym typeface="+mn-ea"/>
            </a:endParaRPr>
          </a:p>
        </p:txBody>
      </p:sp>
      <p:sp>
        <p:nvSpPr>
          <p:cNvPr id="4" name="椭圆 3"/>
          <p:cNvSpPr>
            <a:spLocks noChangeAspect="1"/>
          </p:cNvSpPr>
          <p:nvPr>
            <p:custDataLst>
              <p:tags r:id="rId3"/>
            </p:custDataLst>
          </p:nvPr>
        </p:nvSpPr>
        <p:spPr>
          <a:xfrm>
            <a:off x="854710" y="2981325"/>
            <a:ext cx="436880" cy="436880"/>
          </a:xfrm>
          <a:prstGeom prst="ellipse">
            <a:avLst/>
          </a:prstGeom>
          <a:gradFill>
            <a:gsLst>
              <a:gs pos="0">
                <a:schemeClr val="accent3">
                  <a:alpha val="100000"/>
                </a:schemeClr>
              </a:gs>
              <a:gs pos="100000">
                <a:schemeClr val="accent3">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3</a:t>
            </a:r>
            <a:endParaRPr lang="en-US" altLang="zh-CN" dirty="0">
              <a:solidFill>
                <a:srgbClr val="FFFFFF"/>
              </a:solidFill>
              <a:sym typeface="+mn-ea"/>
            </a:endParaRPr>
          </a:p>
        </p:txBody>
      </p:sp>
      <p:sp>
        <p:nvSpPr>
          <p:cNvPr id="5" name="圆角矩形 4"/>
          <p:cNvSpPr/>
          <p:nvPr>
            <p:custDataLst>
              <p:tags r:id="rId4"/>
            </p:custDataLst>
          </p:nvPr>
        </p:nvSpPr>
        <p:spPr>
          <a:xfrm>
            <a:off x="695960" y="3875405"/>
            <a:ext cx="5325745" cy="1069340"/>
          </a:xfrm>
          <a:prstGeom prst="roundRect">
            <a:avLst>
              <a:gd name="adj" fmla="val 16270"/>
            </a:avLst>
          </a:prstGeom>
          <a:solidFill>
            <a:schemeClr val="lt1">
              <a:lumMod val="100000"/>
              <a:alpha val="10000"/>
            </a:schemeClr>
          </a:solidFill>
          <a:ln>
            <a:gradFill>
              <a:gsLst>
                <a:gs pos="0">
                  <a:schemeClr val="accent5">
                    <a:alpha val="70000"/>
                  </a:schemeClr>
                </a:gs>
                <a:gs pos="100000">
                  <a:schemeClr val="accent5">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精炼引擎模块</a:t>
            </a:r>
            <a:endParaRPr lang="zh-CN" altLang="en-US" sz="1400" dirty="0">
              <a:solidFill>
                <a:schemeClr val="tx1">
                  <a:lumMod val="85000"/>
                  <a:lumOff val="15000"/>
                </a:schemeClr>
              </a:solidFill>
              <a:sym typeface="+mn-ea"/>
            </a:endParaRPr>
          </a:p>
        </p:txBody>
      </p:sp>
      <p:sp>
        <p:nvSpPr>
          <p:cNvPr id="6" name="椭圆 5"/>
          <p:cNvSpPr>
            <a:spLocks noChangeAspect="1"/>
          </p:cNvSpPr>
          <p:nvPr>
            <p:custDataLst>
              <p:tags r:id="rId5"/>
            </p:custDataLst>
          </p:nvPr>
        </p:nvSpPr>
        <p:spPr>
          <a:xfrm>
            <a:off x="854710" y="4191635"/>
            <a:ext cx="436880" cy="436880"/>
          </a:xfrm>
          <a:prstGeom prst="ellipse">
            <a:avLst/>
          </a:prstGeom>
          <a:gradFill>
            <a:gsLst>
              <a:gs pos="0">
                <a:schemeClr val="accent5">
                  <a:alpha val="100000"/>
                </a:schemeClr>
              </a:gs>
              <a:gs pos="100000">
                <a:schemeClr val="accent5">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5</a:t>
            </a:r>
            <a:endParaRPr lang="en-US" altLang="zh-CN" dirty="0">
              <a:solidFill>
                <a:srgbClr val="FFFFFF"/>
              </a:solidFill>
              <a:sym typeface="+mn-ea"/>
            </a:endParaRPr>
          </a:p>
        </p:txBody>
      </p:sp>
      <p:sp>
        <p:nvSpPr>
          <p:cNvPr id="7" name="圆角矩形 6"/>
          <p:cNvSpPr/>
          <p:nvPr>
            <p:custDataLst>
              <p:tags r:id="rId6"/>
            </p:custDataLst>
          </p:nvPr>
        </p:nvSpPr>
        <p:spPr>
          <a:xfrm>
            <a:off x="695960" y="5085715"/>
            <a:ext cx="5325745" cy="1069340"/>
          </a:xfrm>
          <a:prstGeom prst="roundRect">
            <a:avLst>
              <a:gd name="adj" fmla="val 16270"/>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输出模块</a:t>
            </a:r>
            <a:endParaRPr lang="zh-CN" altLang="en-US" sz="1400" dirty="0">
              <a:solidFill>
                <a:schemeClr val="tx1">
                  <a:lumMod val="85000"/>
                  <a:lumOff val="15000"/>
                </a:schemeClr>
              </a:solidFill>
              <a:sym typeface="+mn-ea"/>
            </a:endParaRPr>
          </a:p>
        </p:txBody>
      </p:sp>
      <p:sp>
        <p:nvSpPr>
          <p:cNvPr id="8" name="椭圆 7"/>
          <p:cNvSpPr>
            <a:spLocks noChangeAspect="1"/>
          </p:cNvSpPr>
          <p:nvPr>
            <p:custDataLst>
              <p:tags r:id="rId7"/>
            </p:custDataLst>
          </p:nvPr>
        </p:nvSpPr>
        <p:spPr>
          <a:xfrm>
            <a:off x="854710" y="5401945"/>
            <a:ext cx="436880" cy="436880"/>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7</a:t>
            </a:r>
            <a:endParaRPr lang="en-US" altLang="zh-CN" dirty="0">
              <a:solidFill>
                <a:srgbClr val="FFFFFF"/>
              </a:solidFill>
              <a:sym typeface="+mn-ea"/>
            </a:endParaRPr>
          </a:p>
        </p:txBody>
      </p:sp>
      <p:sp>
        <p:nvSpPr>
          <p:cNvPr id="9" name="圆角矩形 8"/>
          <p:cNvSpPr/>
          <p:nvPr>
            <p:custDataLst>
              <p:tags r:id="rId8"/>
            </p:custDataLst>
          </p:nvPr>
        </p:nvSpPr>
        <p:spPr>
          <a:xfrm>
            <a:off x="6170930" y="1454785"/>
            <a:ext cx="5325745" cy="1069340"/>
          </a:xfrm>
          <a:prstGeom prst="roundRect">
            <a:avLst>
              <a:gd name="adj" fmla="val 16270"/>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文档解析模块</a:t>
            </a:r>
            <a:endParaRPr lang="zh-CN" altLang="en-US" sz="1400" dirty="0">
              <a:solidFill>
                <a:schemeClr val="tx1">
                  <a:lumMod val="85000"/>
                  <a:lumOff val="15000"/>
                </a:schemeClr>
              </a:solidFill>
              <a:sym typeface="+mn-ea"/>
            </a:endParaRPr>
          </a:p>
        </p:txBody>
      </p:sp>
      <p:sp>
        <p:nvSpPr>
          <p:cNvPr id="10" name="椭圆 9"/>
          <p:cNvSpPr>
            <a:spLocks noChangeAspect="1"/>
          </p:cNvSpPr>
          <p:nvPr>
            <p:custDataLst>
              <p:tags r:id="rId9"/>
            </p:custDataLst>
          </p:nvPr>
        </p:nvSpPr>
        <p:spPr>
          <a:xfrm>
            <a:off x="6329680" y="1771015"/>
            <a:ext cx="436880" cy="436880"/>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2</a:t>
            </a:r>
            <a:endParaRPr lang="en-US" altLang="zh-CN" dirty="0">
              <a:solidFill>
                <a:srgbClr val="FFFFFF"/>
              </a:solidFill>
              <a:sym typeface="+mn-ea"/>
            </a:endParaRPr>
          </a:p>
        </p:txBody>
      </p:sp>
      <p:sp>
        <p:nvSpPr>
          <p:cNvPr id="11" name="圆角矩形 10"/>
          <p:cNvSpPr/>
          <p:nvPr>
            <p:custDataLst>
              <p:tags r:id="rId10"/>
            </p:custDataLst>
          </p:nvPr>
        </p:nvSpPr>
        <p:spPr>
          <a:xfrm>
            <a:off x="6170930" y="2665095"/>
            <a:ext cx="5325745" cy="1069340"/>
          </a:xfrm>
          <a:prstGeom prst="roundRect">
            <a:avLst>
              <a:gd name="adj" fmla="val 16270"/>
            </a:avLst>
          </a:prstGeom>
          <a:solidFill>
            <a:schemeClr val="lt1">
              <a:lumMod val="100000"/>
              <a:alpha val="10000"/>
            </a:schemeClr>
          </a:solidFill>
          <a:ln>
            <a:gradFill>
              <a:gsLst>
                <a:gs pos="0">
                  <a:schemeClr val="accent4">
                    <a:alpha val="70000"/>
                  </a:schemeClr>
                </a:gs>
                <a:gs pos="100000">
                  <a:schemeClr val="accent4">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en-US" altLang="en-US" sz="1400" dirty="0">
                <a:solidFill>
                  <a:schemeClr val="tx1">
                    <a:lumMod val="85000"/>
                    <a:lumOff val="15000"/>
                  </a:schemeClr>
                </a:solidFill>
                <a:sym typeface="+mn-ea"/>
              </a:rPr>
              <a:t>Prompt</a:t>
            </a:r>
            <a:r>
              <a:rPr lang="zh-CN" altLang="en-US" sz="1400" dirty="0">
                <a:solidFill>
                  <a:schemeClr val="tx1">
                    <a:lumMod val="85000"/>
                    <a:lumOff val="15000"/>
                  </a:schemeClr>
                </a:solidFill>
                <a:sym typeface="+mn-ea"/>
              </a:rPr>
              <a:t>工程模块</a:t>
            </a:r>
            <a:endParaRPr lang="zh-CN" altLang="en-US" sz="1400" dirty="0">
              <a:solidFill>
                <a:schemeClr val="tx1">
                  <a:lumMod val="85000"/>
                  <a:lumOff val="15000"/>
                </a:schemeClr>
              </a:solidFill>
              <a:sym typeface="+mn-ea"/>
            </a:endParaRPr>
          </a:p>
        </p:txBody>
      </p:sp>
      <p:sp>
        <p:nvSpPr>
          <p:cNvPr id="12" name="椭圆 11"/>
          <p:cNvSpPr>
            <a:spLocks noChangeAspect="1"/>
          </p:cNvSpPr>
          <p:nvPr>
            <p:custDataLst>
              <p:tags r:id="rId11"/>
            </p:custDataLst>
          </p:nvPr>
        </p:nvSpPr>
        <p:spPr>
          <a:xfrm>
            <a:off x="6329680" y="2981325"/>
            <a:ext cx="436880" cy="436880"/>
          </a:xfrm>
          <a:prstGeom prst="ellipse">
            <a:avLst/>
          </a:prstGeom>
          <a:gradFill>
            <a:gsLst>
              <a:gs pos="0">
                <a:schemeClr val="accent4">
                  <a:alpha val="100000"/>
                </a:schemeClr>
              </a:gs>
              <a:gs pos="100000">
                <a:schemeClr val="accent4">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4</a:t>
            </a:r>
            <a:endParaRPr lang="en-US" altLang="zh-CN" dirty="0">
              <a:solidFill>
                <a:srgbClr val="FFFFFF"/>
              </a:solidFill>
              <a:sym typeface="+mn-ea"/>
            </a:endParaRPr>
          </a:p>
        </p:txBody>
      </p:sp>
      <p:sp>
        <p:nvSpPr>
          <p:cNvPr id="13" name="圆角矩形 12"/>
          <p:cNvSpPr/>
          <p:nvPr>
            <p:custDataLst>
              <p:tags r:id="rId12"/>
            </p:custDataLst>
          </p:nvPr>
        </p:nvSpPr>
        <p:spPr>
          <a:xfrm>
            <a:off x="6170930" y="3875405"/>
            <a:ext cx="5325745" cy="1069340"/>
          </a:xfrm>
          <a:prstGeom prst="roundRect">
            <a:avLst>
              <a:gd name="adj" fmla="val 16270"/>
            </a:avLst>
          </a:prstGeom>
          <a:solidFill>
            <a:schemeClr val="lt1">
              <a:lumMod val="100000"/>
              <a:alpha val="10000"/>
            </a:schemeClr>
          </a:solidFill>
          <a:ln>
            <a:gradFill>
              <a:gsLst>
                <a:gs pos="0">
                  <a:schemeClr val="accent6">
                    <a:alpha val="70000"/>
                  </a:schemeClr>
                </a:gs>
                <a:gs pos="100000">
                  <a:schemeClr val="accent6">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进度管理模块</a:t>
            </a:r>
            <a:endParaRPr lang="zh-CN" altLang="en-US" sz="1400" dirty="0">
              <a:solidFill>
                <a:schemeClr val="tx1">
                  <a:lumMod val="85000"/>
                  <a:lumOff val="15000"/>
                </a:schemeClr>
              </a:solidFill>
              <a:sym typeface="+mn-ea"/>
            </a:endParaRPr>
          </a:p>
        </p:txBody>
      </p:sp>
      <p:sp>
        <p:nvSpPr>
          <p:cNvPr id="14" name="椭圆 13"/>
          <p:cNvSpPr>
            <a:spLocks noChangeAspect="1"/>
          </p:cNvSpPr>
          <p:nvPr>
            <p:custDataLst>
              <p:tags r:id="rId13"/>
            </p:custDataLst>
          </p:nvPr>
        </p:nvSpPr>
        <p:spPr>
          <a:xfrm>
            <a:off x="6329680" y="4191635"/>
            <a:ext cx="436880" cy="436880"/>
          </a:xfrm>
          <a:prstGeom prst="ellipse">
            <a:avLst/>
          </a:prstGeom>
          <a:gradFill>
            <a:gsLst>
              <a:gs pos="0">
                <a:schemeClr val="accent6">
                  <a:alpha val="100000"/>
                </a:schemeClr>
              </a:gs>
              <a:gs pos="100000">
                <a:schemeClr val="accent6">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6</a:t>
            </a:r>
            <a:endParaRPr lang="en-US" altLang="zh-CN" dirty="0">
              <a:solidFill>
                <a:srgbClr val="FFFFFF"/>
              </a:solidFill>
              <a:sym typeface="+mn-ea"/>
            </a:endParaRPr>
          </a:p>
        </p:txBody>
      </p:sp>
      <p:sp>
        <p:nvSpPr>
          <p:cNvPr id="19" name="圆角矩形 18"/>
          <p:cNvSpPr/>
          <p:nvPr>
            <p:custDataLst>
              <p:tags r:id="rId14"/>
            </p:custDataLst>
          </p:nvPr>
        </p:nvSpPr>
        <p:spPr>
          <a:xfrm>
            <a:off x="695960" y="1454785"/>
            <a:ext cx="5325745" cy="1069340"/>
          </a:xfrm>
          <a:prstGeom prst="roundRect">
            <a:avLst>
              <a:gd name="adj" fmla="val 16270"/>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文本清洗模块</a:t>
            </a:r>
            <a:endParaRPr lang="zh-CN" altLang="en-US" sz="1400" dirty="0">
              <a:solidFill>
                <a:schemeClr val="tx1">
                  <a:lumMod val="85000"/>
                  <a:lumOff val="15000"/>
                </a:schemeClr>
              </a:solidFill>
              <a:sym typeface="+mn-ea"/>
            </a:endParaRPr>
          </a:p>
        </p:txBody>
      </p:sp>
      <p:sp>
        <p:nvSpPr>
          <p:cNvPr id="20" name="椭圆 19"/>
          <p:cNvSpPr>
            <a:spLocks noChangeAspect="1"/>
          </p:cNvSpPr>
          <p:nvPr>
            <p:custDataLst>
              <p:tags r:id="rId15"/>
            </p:custDataLst>
          </p:nvPr>
        </p:nvSpPr>
        <p:spPr>
          <a:xfrm>
            <a:off x="854710" y="1771015"/>
            <a:ext cx="436880" cy="436880"/>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dirty="0">
                <a:solidFill>
                  <a:srgbClr val="FFFFFF"/>
                </a:solidFill>
                <a:sym typeface="+mn-ea"/>
              </a:rPr>
              <a:t>1</a:t>
            </a:r>
            <a:endParaRPr lang="en-US" altLang="zh-CN" dirty="0">
              <a:solidFill>
                <a:srgbClr val="FFFFFF"/>
              </a:solidFill>
              <a:sym typeface="+mn-ea"/>
            </a:endParaRPr>
          </a:p>
        </p:txBody>
      </p:sp>
    </p:spTree>
    <p:custDataLst>
      <p:tags r:id="rId1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文本清洗</a:t>
            </a:r>
            <a:r>
              <a:rPr lang="zh-CN" altLang="en-US"/>
              <a:t>模块</a:t>
            </a:r>
            <a:endParaRPr lang="zh-CN" altLang="en-US"/>
          </a:p>
        </p:txBody>
      </p:sp>
      <p:sp>
        <p:nvSpPr>
          <p:cNvPr id="3" name="内容占位符 2"/>
          <p:cNvSpPr>
            <a:spLocks noGrp="1"/>
          </p:cNvSpPr>
          <p:nvPr>
            <p:ph idx="1"/>
            <p:custDataLst>
              <p:tags r:id="rId2"/>
            </p:custDataLst>
          </p:nvPr>
        </p:nvSpPr>
        <p:spPr>
          <a:xfrm>
            <a:off x="294005" y="1490345"/>
            <a:ext cx="4723765" cy="4759325"/>
          </a:xfrm>
        </p:spPr>
        <p:txBody>
          <a:bodyPr/>
          <a:p>
            <a:r>
              <a:rPr lang="zh-CN" altLang="en-US"/>
              <a:t>代码位置：第165-208行（</a:t>
            </a:r>
            <a:r>
              <a:rPr lang="en-US" altLang="zh-CN"/>
              <a:t>clean_text_content</a:t>
            </a:r>
            <a:r>
              <a:rPr lang="zh-CN" altLang="en-US"/>
              <a:t>函数）</a:t>
            </a:r>
            <a:endParaRPr lang="zh-CN" altLang="en-US"/>
          </a:p>
          <a:p>
            <a:r>
              <a:rPr lang="zh-CN" altLang="en-US"/>
              <a:t>这是非常关键的一步，主要解决：在之前的处理过程中可能会产生一些</a:t>
            </a:r>
            <a:r>
              <a:rPr lang="en-US" altLang="zh-CN"/>
              <a:t>JSON</a:t>
            </a:r>
            <a:r>
              <a:rPr lang="zh-CN" altLang="en-US"/>
              <a:t>格式的脏数据，比如开头的["标记或者结尾的数组标记。如果不及时清理，会影响后续的模型处理效果。</a:t>
            </a:r>
            <a:endParaRPr lang="zh-CN" altLang="en-US"/>
          </a:p>
        </p:txBody>
      </p:sp>
      <p:pic>
        <p:nvPicPr>
          <p:cNvPr id="4" name="图片 3"/>
          <p:cNvPicPr>
            <a:picLocks noChangeAspect="1"/>
          </p:cNvPicPr>
          <p:nvPr/>
        </p:nvPicPr>
        <p:blipFill>
          <a:blip r:embed="rId3"/>
          <a:stretch>
            <a:fillRect/>
          </a:stretch>
        </p:blipFill>
        <p:spPr>
          <a:xfrm>
            <a:off x="5226685" y="58420"/>
            <a:ext cx="6855460" cy="6711950"/>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多格式文档支持</a:t>
            </a:r>
            <a:endParaRPr lang="zh-CN" altLang="en-US"/>
          </a:p>
        </p:txBody>
      </p:sp>
      <p:sp>
        <p:nvSpPr>
          <p:cNvPr id="3" name="内容占位符 2"/>
          <p:cNvSpPr>
            <a:spLocks noGrp="1"/>
          </p:cNvSpPr>
          <p:nvPr>
            <p:ph idx="1"/>
            <p:custDataLst>
              <p:tags r:id="rId2"/>
            </p:custDataLst>
          </p:nvPr>
        </p:nvSpPr>
        <p:spPr>
          <a:xfrm>
            <a:off x="608330" y="1490345"/>
            <a:ext cx="6068695" cy="4759325"/>
          </a:xfrm>
        </p:spPr>
        <p:txBody>
          <a:bodyPr/>
          <a:p>
            <a:r>
              <a:rPr lang="zh-CN" altLang="en-US"/>
              <a:t>代码位置：第214-</a:t>
            </a:r>
            <a:r>
              <a:rPr lang="en-US" altLang="zh-CN"/>
              <a:t>318</a:t>
            </a:r>
            <a:r>
              <a:rPr lang="zh-CN" altLang="en-US"/>
              <a:t>行（</a:t>
            </a:r>
            <a:r>
              <a:rPr lang="en-US" altLang="zh-CN"/>
              <a:t>Word</a:t>
            </a:r>
            <a:r>
              <a:rPr lang="zh-CN" altLang="en-US"/>
              <a:t>、</a:t>
            </a:r>
            <a:r>
              <a:rPr lang="en-US" altLang="zh-CN"/>
              <a:t>TXT</a:t>
            </a:r>
            <a:r>
              <a:rPr lang="zh-CN" altLang="en-US"/>
              <a:t>和</a:t>
            </a:r>
            <a:r>
              <a:rPr lang="en-US" altLang="zh-CN"/>
              <a:t>PDF</a:t>
            </a:r>
            <a:r>
              <a:rPr lang="zh-CN" altLang="en-US"/>
              <a:t>处理）</a:t>
            </a:r>
            <a:endParaRPr lang="zh-CN" altLang="en-US"/>
          </a:p>
          <a:p>
            <a:r>
              <a:rPr lang="zh-CN" altLang="en-US"/>
              <a:t>系统支持三种主流文档格式：</a:t>
            </a:r>
            <a:endParaRPr lang="zh-CN" altLang="en-US"/>
          </a:p>
          <a:p>
            <a:pPr marL="0" indent="0">
              <a:buNone/>
            </a:pPr>
            <a:r>
              <a:rPr lang="en-US" altLang="zh-CN"/>
              <a:t>PDF</a:t>
            </a:r>
            <a:r>
              <a:rPr lang="zh-CN" altLang="en-US"/>
              <a:t>文档：使用</a:t>
            </a:r>
            <a:r>
              <a:rPr lang="en-US" altLang="zh-CN"/>
              <a:t>PyMuPDF</a:t>
            </a:r>
            <a:r>
              <a:rPr lang="zh-CN" altLang="en-US"/>
              <a:t>库提取文本和图片</a:t>
            </a:r>
            <a:endParaRPr lang="zh-CN" altLang="en-US"/>
          </a:p>
          <a:p>
            <a:pPr marL="0" indent="0">
              <a:buNone/>
            </a:pPr>
            <a:r>
              <a:rPr lang="en-US" altLang="zh-CN"/>
              <a:t>Word</a:t>
            </a:r>
            <a:r>
              <a:rPr lang="zh-CN" altLang="en-US"/>
              <a:t>文档：使用</a:t>
            </a:r>
            <a:r>
              <a:rPr lang="en-US" altLang="zh-CN"/>
              <a:t>python-docx</a:t>
            </a:r>
            <a:r>
              <a:rPr lang="zh-CN" altLang="en-US"/>
              <a:t>库提取文本内容</a:t>
            </a:r>
            <a:endParaRPr lang="zh-CN" altLang="en-US"/>
          </a:p>
          <a:p>
            <a:pPr marL="0" indent="0">
              <a:buNone/>
            </a:pPr>
            <a:r>
              <a:rPr lang="en-US" altLang="zh-CN"/>
              <a:t>TXT</a:t>
            </a:r>
            <a:r>
              <a:rPr lang="zh-CN" altLang="en-US"/>
              <a:t>文档：直接读取文本内容</a:t>
            </a:r>
            <a:endParaRPr lang="zh-CN" altLang="en-US"/>
          </a:p>
        </p:txBody>
      </p:sp>
      <p:pic>
        <p:nvPicPr>
          <p:cNvPr id="4" name="图片 3"/>
          <p:cNvPicPr>
            <a:picLocks noChangeAspect="1"/>
          </p:cNvPicPr>
          <p:nvPr/>
        </p:nvPicPr>
        <p:blipFill>
          <a:blip r:embed="rId3"/>
          <a:stretch>
            <a:fillRect/>
          </a:stretch>
        </p:blipFill>
        <p:spPr>
          <a:xfrm>
            <a:off x="6863715" y="794385"/>
            <a:ext cx="5190490" cy="1130300"/>
          </a:xfrm>
          <a:prstGeom prst="rect">
            <a:avLst/>
          </a:prstGeom>
        </p:spPr>
      </p:pic>
      <p:pic>
        <p:nvPicPr>
          <p:cNvPr id="5" name="图片 4"/>
          <p:cNvPicPr>
            <a:picLocks noChangeAspect="1"/>
          </p:cNvPicPr>
          <p:nvPr/>
        </p:nvPicPr>
        <p:blipFill>
          <a:blip r:embed="rId4"/>
          <a:stretch>
            <a:fillRect/>
          </a:stretch>
        </p:blipFill>
        <p:spPr>
          <a:xfrm>
            <a:off x="6863715" y="2203450"/>
            <a:ext cx="5189855" cy="1225550"/>
          </a:xfrm>
          <a:prstGeom prst="rect">
            <a:avLst/>
          </a:prstGeom>
        </p:spPr>
      </p:pic>
      <p:pic>
        <p:nvPicPr>
          <p:cNvPr id="6" name="图片 5"/>
          <p:cNvPicPr>
            <a:picLocks noChangeAspect="1"/>
          </p:cNvPicPr>
          <p:nvPr/>
        </p:nvPicPr>
        <p:blipFill>
          <a:blip r:embed="rId5"/>
          <a:stretch>
            <a:fillRect/>
          </a:stretch>
        </p:blipFill>
        <p:spPr>
          <a:xfrm>
            <a:off x="6863715" y="3891280"/>
            <a:ext cx="5189855" cy="1416050"/>
          </a:xfrm>
          <a:prstGeom prst="rect">
            <a:avLst/>
          </a:prstGeom>
        </p:spPr>
      </p:pic>
    </p:spTree>
    <p:custDataLst>
      <p:tags r:id="rId6"/>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15"/>
          <p:cNvSpPr/>
          <p:nvPr>
            <p:custDataLst>
              <p:tags r:id="rId1"/>
            </p:custDataLst>
          </p:nvPr>
        </p:nvSpPr>
        <p:spPr>
          <a:xfrm>
            <a:off x="9995535" y="633095"/>
            <a:ext cx="1587500" cy="5427345"/>
          </a:xfrm>
          <a:custGeom>
            <a:avLst/>
            <a:gdLst>
              <a:gd name="connsiteX0" fmla="*/ 130644 w 170309"/>
              <a:gd name="connsiteY0" fmla="*/ 488775 h 488775"/>
              <a:gd name="connsiteX1" fmla="*/ 39666 w 170309"/>
              <a:gd name="connsiteY1" fmla="*/ 488775 h 488775"/>
              <a:gd name="connsiteX2" fmla="*/ 0 w 170309"/>
              <a:gd name="connsiteY2" fmla="*/ 449110 h 488775"/>
              <a:gd name="connsiteX3" fmla="*/ 0 w 170309"/>
              <a:gd name="connsiteY3" fmla="*/ 39666 h 488775"/>
              <a:gd name="connsiteX4" fmla="*/ 39666 w 170309"/>
              <a:gd name="connsiteY4" fmla="*/ 0 h 488775"/>
              <a:gd name="connsiteX5" fmla="*/ 130644 w 170309"/>
              <a:gd name="connsiteY5" fmla="*/ 0 h 488775"/>
              <a:gd name="connsiteX6" fmla="*/ 170310 w 170309"/>
              <a:gd name="connsiteY6" fmla="*/ 39666 h 488775"/>
              <a:gd name="connsiteX7" fmla="*/ 170310 w 170309"/>
              <a:gd name="connsiteY7" fmla="*/ 449110 h 488775"/>
              <a:gd name="connsiteX8" fmla="*/ 130644 w 170309"/>
              <a:gd name="connsiteY8" fmla="*/ 488775 h 48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309" h="488775">
                <a:moveTo>
                  <a:pt x="130644" y="488775"/>
                </a:moveTo>
                <a:lnTo>
                  <a:pt x="39666" y="488775"/>
                </a:lnTo>
                <a:cubicBezTo>
                  <a:pt x="17756" y="488775"/>
                  <a:pt x="0" y="471019"/>
                  <a:pt x="0" y="449110"/>
                </a:cubicBezTo>
                <a:lnTo>
                  <a:pt x="0" y="39666"/>
                </a:lnTo>
                <a:cubicBezTo>
                  <a:pt x="0" y="17756"/>
                  <a:pt x="17756" y="0"/>
                  <a:pt x="39666" y="0"/>
                </a:cubicBezTo>
                <a:lnTo>
                  <a:pt x="130644" y="0"/>
                </a:lnTo>
                <a:cubicBezTo>
                  <a:pt x="152554" y="0"/>
                  <a:pt x="170310" y="17756"/>
                  <a:pt x="170310" y="39666"/>
                </a:cubicBezTo>
                <a:lnTo>
                  <a:pt x="170310" y="449110"/>
                </a:lnTo>
                <a:cubicBezTo>
                  <a:pt x="170310" y="471019"/>
                  <a:pt x="152554" y="488775"/>
                  <a:pt x="130644" y="488775"/>
                </a:cubicBezTo>
                <a:close/>
              </a:path>
            </a:pathLst>
          </a:custGeom>
          <a:noFill/>
          <a:ln w="101600" cap="flat">
            <a:gradFill>
              <a:gsLst>
                <a:gs pos="6000">
                  <a:schemeClr val="accent2">
                    <a:alpha val="0"/>
                  </a:schemeClr>
                </a:gs>
                <a:gs pos="49000">
                  <a:schemeClr val="accent1">
                    <a:alpha val="5000"/>
                  </a:schemeClr>
                </a:gs>
                <a:gs pos="100000">
                  <a:schemeClr val="accent1">
                    <a:alpha val="11000"/>
                  </a:schemeClr>
                </a:gs>
              </a:gsLst>
              <a:lin ang="189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任意多边形: 形状 16"/>
          <p:cNvSpPr/>
          <p:nvPr>
            <p:custDataLst>
              <p:tags r:id="rId2"/>
            </p:custDataLst>
          </p:nvPr>
        </p:nvSpPr>
        <p:spPr>
          <a:xfrm>
            <a:off x="0" y="1281430"/>
            <a:ext cx="11685905" cy="1655445"/>
          </a:xfrm>
          <a:custGeom>
            <a:avLst/>
            <a:gdLst>
              <a:gd name="connsiteX0" fmla="*/ 0 w 1032528"/>
              <a:gd name="connsiteY0" fmla="*/ 0 h 131784"/>
              <a:gd name="connsiteX1" fmla="*/ 1032528 w 1032528"/>
              <a:gd name="connsiteY1" fmla="*/ 0 h 131784"/>
              <a:gd name="connsiteX2" fmla="*/ 1032528 w 1032528"/>
              <a:gd name="connsiteY2" fmla="*/ 131784 h 131784"/>
              <a:gd name="connsiteX3" fmla="*/ 0 w 1032528"/>
              <a:gd name="connsiteY3" fmla="*/ 131784 h 131784"/>
            </a:gdLst>
            <a:ahLst/>
            <a:cxnLst>
              <a:cxn ang="0">
                <a:pos x="connsiteX0" y="connsiteY0"/>
              </a:cxn>
              <a:cxn ang="0">
                <a:pos x="connsiteX1" y="connsiteY1"/>
              </a:cxn>
              <a:cxn ang="0">
                <a:pos x="connsiteX2" y="connsiteY2"/>
              </a:cxn>
              <a:cxn ang="0">
                <a:pos x="connsiteX3" y="connsiteY3"/>
              </a:cxn>
            </a:cxnLst>
            <a:rect l="l" t="t" r="r" b="b"/>
            <a:pathLst>
              <a:path w="1032528" h="131784">
                <a:moveTo>
                  <a:pt x="0" y="0"/>
                </a:moveTo>
                <a:lnTo>
                  <a:pt x="1032528" y="0"/>
                </a:lnTo>
                <a:lnTo>
                  <a:pt x="1032528" y="131784"/>
                </a:lnTo>
                <a:lnTo>
                  <a:pt x="0" y="131784"/>
                </a:lnTo>
                <a:close/>
              </a:path>
            </a:pathLst>
          </a:custGeom>
          <a:gradFill>
            <a:gsLst>
              <a:gs pos="0">
                <a:schemeClr val="accent1">
                  <a:alpha val="0"/>
                </a:schemeClr>
              </a:gs>
              <a:gs pos="54000">
                <a:schemeClr val="accent1">
                  <a:alpha val="11000"/>
                </a:schemeClr>
              </a:gs>
            </a:gsLst>
            <a:lin ang="10800000" scaled="0"/>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 name="标题 1"/>
          <p:cNvSpPr>
            <a:spLocks noGrp="1"/>
          </p:cNvSpPr>
          <p:nvPr>
            <p:ph type="title"/>
            <p:custDataLst>
              <p:tags r:id="rId3"/>
            </p:custDataLst>
          </p:nvPr>
        </p:nvSpPr>
        <p:spPr>
          <a:xfrm>
            <a:off x="6338570" y="1490345"/>
            <a:ext cx="4924425" cy="1267460"/>
          </a:xfrm>
        </p:spPr>
        <p:txBody>
          <a:bodyPr>
            <a:normAutofit/>
          </a:bodyPr>
          <a:lstStyle/>
          <a:p>
            <a:pPr algn="r"/>
            <a:r>
              <a:rPr lang="zh-CN" altLang="en-US" sz="4000"/>
              <a:t>预处理</a:t>
            </a:r>
            <a:r>
              <a:rPr lang="en-US" altLang="zh-CN" sz="4000"/>
              <a:t>Prompt</a:t>
            </a:r>
            <a:endParaRPr lang="en-US" altLang="zh-CN" sz="4000"/>
          </a:p>
        </p:txBody>
      </p:sp>
      <p:cxnSp>
        <p:nvCxnSpPr>
          <p:cNvPr id="18" name="直接连接符 4"/>
          <p:cNvCxnSpPr/>
          <p:nvPr>
            <p:custDataLst>
              <p:tags r:id="rId4"/>
            </p:custDataLst>
          </p:nvPr>
        </p:nvCxnSpPr>
        <p:spPr>
          <a:xfrm>
            <a:off x="6117836" y="4988746"/>
            <a:ext cx="0" cy="1110177"/>
          </a:xfrm>
          <a:prstGeom prst="line">
            <a:avLst/>
          </a:prstGeom>
          <a:ln>
            <a:solidFill>
              <a:schemeClr val="accent2"/>
            </a:solidFill>
          </a:ln>
        </p:spPr>
        <p:style>
          <a:lnRef idx="2">
            <a:schemeClr val="accent1"/>
          </a:lnRef>
          <a:fillRef idx="0">
            <a:srgbClr val="FFFFFF"/>
          </a:fillRef>
          <a:effectRef idx="0">
            <a:srgbClr val="FFFFFF"/>
          </a:effectRef>
          <a:fontRef idx="minor">
            <a:schemeClr val="tx1"/>
          </a:fontRef>
        </p:style>
      </p:cxnSp>
      <p:sp>
        <p:nvSpPr>
          <p:cNvPr id="19" name="矩形 2"/>
          <p:cNvSpPr/>
          <p:nvPr>
            <p:custDataLst>
              <p:tags r:id="rId5"/>
            </p:custDataLst>
          </p:nvPr>
        </p:nvSpPr>
        <p:spPr>
          <a:xfrm>
            <a:off x="1279367" y="4758464"/>
            <a:ext cx="4414699" cy="1504132"/>
          </a:xfrm>
          <a:prstGeom prst="rect">
            <a:avLst/>
          </a:prstGeom>
          <a:ln>
            <a:noFill/>
            <a:prstDash val="sysDash"/>
          </a:ln>
        </p:spPr>
        <p:txBody>
          <a:bodyPr vert="horz" wrap="square" lIns="0" tIns="0" rIns="0" bIns="0" rtlCol="0" anchor="ctr" anchorCtr="0">
            <a:noAutofit/>
          </a:bodyPr>
          <a:p>
            <a:pPr indent="0" algn="just" fontAlgn="auto">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sym typeface="+mn-ea"/>
              </a:rPr>
              <a:t>这是我们系统的核心创新点之一。我们分析了</a:t>
            </a:r>
            <a:r>
              <a:rPr lang="en-US" altLang="zh-CN" sz="1400" kern="0" dirty="0">
                <a:ln>
                  <a:noFill/>
                  <a:prstDash val="sysDot"/>
                </a:ln>
                <a:solidFill>
                  <a:schemeClr val="tx1">
                    <a:lumMod val="85000"/>
                    <a:lumOff val="15000"/>
                  </a:schemeClr>
                </a:solidFill>
                <a:latin typeface="+mn-ea"/>
                <a:cs typeface="+mn-ea"/>
                <a:sym typeface="+mn-ea"/>
              </a:rPr>
              <a:t>5</a:t>
            </a:r>
            <a:r>
              <a:rPr lang="zh-CN" altLang="en-US" sz="1400" kern="0" dirty="0">
                <a:ln>
                  <a:noFill/>
                  <a:prstDash val="sysDot"/>
                </a:ln>
                <a:solidFill>
                  <a:schemeClr val="tx1">
                    <a:lumMod val="85000"/>
                    <a:lumOff val="15000"/>
                  </a:schemeClr>
                </a:solidFill>
                <a:latin typeface="+mn-ea"/>
                <a:cs typeface="+mn-ea"/>
                <a:sym typeface="+mn-ea"/>
              </a:rPr>
              <a:t>种典型的客服问答场景</a:t>
            </a:r>
            <a:r>
              <a:rPr lang="en-US" altLang="zh-CN" sz="1400" kern="0" dirty="0">
                <a:ln>
                  <a:noFill/>
                  <a:prstDash val="sysDot"/>
                </a:ln>
                <a:solidFill>
                  <a:schemeClr val="tx1">
                    <a:lumMod val="85000"/>
                    <a:lumOff val="15000"/>
                  </a:schemeClr>
                </a:solidFill>
                <a:latin typeface="+mn-ea"/>
                <a:cs typeface="+mn-ea"/>
                <a:sym typeface="+mn-ea"/>
              </a:rPr>
              <a:t>,</a:t>
            </a:r>
            <a:r>
              <a:rPr lang="zh-CN" altLang="en-US" sz="1400" kern="0" dirty="0">
                <a:ln>
                  <a:noFill/>
                  <a:prstDash val="sysDot"/>
                </a:ln>
                <a:solidFill>
                  <a:schemeClr val="tx1">
                    <a:lumMod val="85000"/>
                    <a:lumOff val="15000"/>
                  </a:schemeClr>
                </a:solidFill>
                <a:latin typeface="+mn-ea"/>
                <a:cs typeface="+mn-ea"/>
                <a:sym typeface="+mn-ea"/>
              </a:rPr>
              <a:t>并据此设计了专门的</a:t>
            </a:r>
            <a:r>
              <a:rPr lang="en-US" altLang="zh-CN" sz="1400" kern="0" dirty="0">
                <a:ln>
                  <a:noFill/>
                  <a:prstDash val="sysDot"/>
                </a:ln>
                <a:solidFill>
                  <a:schemeClr val="tx1">
                    <a:lumMod val="85000"/>
                    <a:lumOff val="15000"/>
                  </a:schemeClr>
                </a:solidFill>
                <a:latin typeface="+mn-ea"/>
                <a:cs typeface="+mn-ea"/>
                <a:sym typeface="+mn-ea"/>
              </a:rPr>
              <a:t>prompt</a:t>
            </a:r>
            <a:r>
              <a:rPr lang="zh-CN" altLang="en-US" sz="1400" kern="0" dirty="0">
                <a:ln>
                  <a:noFill/>
                  <a:prstDash val="sysDot"/>
                </a:ln>
                <a:solidFill>
                  <a:schemeClr val="tx1">
                    <a:lumMod val="85000"/>
                    <a:lumOff val="15000"/>
                  </a:schemeClr>
                </a:solidFill>
                <a:latin typeface="+mn-ea"/>
                <a:cs typeface="+mn-ea"/>
                <a:sym typeface="+mn-ea"/>
              </a:rPr>
              <a:t>模板</a:t>
            </a:r>
            <a:r>
              <a:rPr lang="en-US" altLang="zh-CN" sz="1400" kern="0" dirty="0">
                <a:ln>
                  <a:noFill/>
                  <a:prstDash val="sysDot"/>
                </a:ln>
                <a:solidFill>
                  <a:schemeClr val="tx1">
                    <a:lumMod val="85000"/>
                    <a:lumOff val="15000"/>
                  </a:schemeClr>
                </a:solidFill>
                <a:latin typeface="+mn-ea"/>
                <a:cs typeface="+mn-ea"/>
                <a:sym typeface="+mn-ea"/>
              </a:rPr>
              <a:t>,</a:t>
            </a:r>
            <a:r>
              <a:rPr lang="zh-CN" altLang="en-US" sz="1400" kern="0" dirty="0">
                <a:ln>
                  <a:noFill/>
                  <a:prstDash val="sysDot"/>
                </a:ln>
                <a:solidFill>
                  <a:schemeClr val="tx1">
                    <a:lumMod val="85000"/>
                    <a:lumOff val="15000"/>
                  </a:schemeClr>
                </a:solidFill>
                <a:latin typeface="+mn-ea"/>
                <a:cs typeface="+mn-ea"/>
                <a:sym typeface="+mn-ea"/>
              </a:rPr>
              <a:t>每种类型都有明确的格式要求和字数限制</a:t>
            </a:r>
            <a:r>
              <a:rPr lang="en-US" altLang="zh-CN" sz="1400" kern="0" dirty="0">
                <a:ln>
                  <a:noFill/>
                  <a:prstDash val="sysDot"/>
                </a:ln>
                <a:solidFill>
                  <a:schemeClr val="tx1">
                    <a:lumMod val="85000"/>
                    <a:lumOff val="15000"/>
                  </a:schemeClr>
                </a:solidFill>
                <a:latin typeface="+mn-ea"/>
                <a:cs typeface="+mn-ea"/>
                <a:sym typeface="+mn-ea"/>
              </a:rPr>
              <a:t>,</a:t>
            </a:r>
            <a:r>
              <a:rPr lang="zh-CN" altLang="en-US" sz="1400" kern="0" dirty="0">
                <a:ln>
                  <a:noFill/>
                  <a:prstDash val="sysDot"/>
                </a:ln>
                <a:solidFill>
                  <a:schemeClr val="tx1">
                    <a:lumMod val="85000"/>
                    <a:lumOff val="15000"/>
                  </a:schemeClr>
                </a:solidFill>
                <a:latin typeface="+mn-ea"/>
                <a:cs typeface="+mn-ea"/>
                <a:sym typeface="+mn-ea"/>
              </a:rPr>
              <a:t>确保生成的知识点符合实际客服工作的需要。</a:t>
            </a:r>
            <a:endParaRPr lang="zh-CN" altLang="en-US" sz="1400" kern="0" dirty="0">
              <a:ln>
                <a:noFill/>
                <a:prstDash val="sysDot"/>
              </a:ln>
              <a:solidFill>
                <a:schemeClr val="tx1">
                  <a:lumMod val="85000"/>
                  <a:lumOff val="15000"/>
                </a:schemeClr>
              </a:solidFill>
              <a:latin typeface="+mn-ea"/>
              <a:cs typeface="+mn-ea"/>
              <a:sym typeface="+mn-ea"/>
            </a:endParaRPr>
          </a:p>
        </p:txBody>
      </p:sp>
      <p:sp>
        <p:nvSpPr>
          <p:cNvPr id="20" name="文本框 3"/>
          <p:cNvSpPr txBox="1"/>
          <p:nvPr>
            <p:custDataLst>
              <p:tags r:id="rId6"/>
            </p:custDataLst>
          </p:nvPr>
        </p:nvSpPr>
        <p:spPr>
          <a:xfrm>
            <a:off x="563144" y="5242501"/>
            <a:ext cx="581099" cy="576023"/>
          </a:xfrm>
          <a:prstGeom prst="rect">
            <a:avLst/>
          </a:prstGeom>
          <a:noFill/>
        </p:spPr>
        <p:txBody>
          <a:bodyPr wrap="none" lIns="0" tIns="0" rIns="0" bIns="0" rtlCol="0" anchor="b" anchorCtr="0">
            <a:normAutofit lnSpcReduction="10000"/>
          </a:bodyPr>
          <a:p>
            <a:pPr lvl="0" algn="l">
              <a:buClrTx/>
              <a:buSzTx/>
              <a:buFontTx/>
            </a:pPr>
            <a:r>
              <a:rPr lang="en-US" altLang="zh-CN" sz="3800" b="1">
                <a:solidFill>
                  <a:schemeClr val="accent1"/>
                </a:solidFill>
                <a:sym typeface="+mn-ea"/>
              </a:rPr>
              <a:t>01</a:t>
            </a:r>
            <a:endParaRPr lang="en-US" altLang="zh-CN" sz="3800" b="1">
              <a:solidFill>
                <a:schemeClr val="accent1"/>
              </a:solidFill>
              <a:sym typeface="+mn-ea"/>
            </a:endParaRPr>
          </a:p>
        </p:txBody>
      </p:sp>
      <p:sp>
        <p:nvSpPr>
          <p:cNvPr id="21" name="矩形 17"/>
          <p:cNvSpPr/>
          <p:nvPr>
            <p:custDataLst>
              <p:tags r:id="rId7"/>
            </p:custDataLst>
          </p:nvPr>
        </p:nvSpPr>
        <p:spPr>
          <a:xfrm>
            <a:off x="7111286" y="4758464"/>
            <a:ext cx="4414699" cy="1504132"/>
          </a:xfrm>
          <a:prstGeom prst="rect">
            <a:avLst/>
          </a:prstGeom>
          <a:ln>
            <a:noFill/>
            <a:prstDash val="sysDash"/>
          </a:ln>
        </p:spPr>
        <p:txBody>
          <a:bodyPr vert="horz" wrap="square" lIns="0" tIns="0" rIns="0" bIns="0" rtlCol="0" anchor="ctr" anchorCtr="0">
            <a:noAutofit/>
          </a:bodyPr>
          <a:p>
            <a:pPr indent="0" algn="just" fontAlgn="auto">
              <a:lnSpc>
                <a:spcPct val="15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sym typeface="+mn-ea"/>
              </a:rPr>
              <a:t>预处理原因</a:t>
            </a:r>
            <a:r>
              <a:rPr lang="en-US" altLang="zh-CN" sz="1400" kern="0" dirty="0">
                <a:ln>
                  <a:noFill/>
                  <a:prstDash val="sysDot"/>
                </a:ln>
                <a:solidFill>
                  <a:schemeClr val="tx1">
                    <a:lumMod val="85000"/>
                    <a:lumOff val="15000"/>
                  </a:schemeClr>
                </a:solidFill>
                <a:latin typeface="+mn-ea"/>
                <a:cs typeface="+mn-ea"/>
                <a:sym typeface="+mn-ea"/>
              </a:rPr>
              <a:t>:</a:t>
            </a:r>
            <a:r>
              <a:rPr lang="zh-CN" altLang="en-US" sz="1400" kern="0" dirty="0">
                <a:ln>
                  <a:noFill/>
                  <a:prstDash val="sysDot"/>
                </a:ln>
                <a:solidFill>
                  <a:schemeClr val="tx1">
                    <a:lumMod val="85000"/>
                    <a:lumOff val="15000"/>
                  </a:schemeClr>
                </a:solidFill>
                <a:latin typeface="+mn-ea"/>
                <a:cs typeface="+mn-ea"/>
                <a:sym typeface="+mn-ea"/>
              </a:rPr>
              <a:t>竞赛要求</a:t>
            </a:r>
            <a:r>
              <a:rPr lang="en-US" altLang="zh-CN" sz="1400" kern="0" dirty="0">
                <a:ln>
                  <a:noFill/>
                  <a:prstDash val="sysDot"/>
                </a:ln>
                <a:solidFill>
                  <a:schemeClr val="tx1">
                    <a:lumMod val="85000"/>
                    <a:lumOff val="15000"/>
                  </a:schemeClr>
                </a:solidFill>
                <a:latin typeface="+mn-ea"/>
                <a:cs typeface="+mn-ea"/>
                <a:sym typeface="+mn-ea"/>
              </a:rPr>
              <a:t>30s</a:t>
            </a:r>
            <a:r>
              <a:rPr lang="zh-CN" altLang="en-US" sz="1400" kern="0" dirty="0">
                <a:ln>
                  <a:noFill/>
                  <a:prstDash val="sysDot"/>
                </a:ln>
                <a:solidFill>
                  <a:schemeClr val="tx1">
                    <a:lumMod val="85000"/>
                    <a:lumOff val="15000"/>
                  </a:schemeClr>
                </a:solidFill>
                <a:latin typeface="+mn-ea"/>
                <a:cs typeface="+mn-ea"/>
                <a:sym typeface="+mn-ea"/>
              </a:rPr>
              <a:t>内完成回答</a:t>
            </a:r>
            <a:r>
              <a:rPr lang="en-US" altLang="zh-CN" sz="1400" kern="0" dirty="0">
                <a:ln>
                  <a:noFill/>
                  <a:prstDash val="sysDot"/>
                </a:ln>
                <a:solidFill>
                  <a:schemeClr val="tx1">
                    <a:lumMod val="85000"/>
                    <a:lumOff val="15000"/>
                  </a:schemeClr>
                </a:solidFill>
                <a:latin typeface="+mn-ea"/>
                <a:cs typeface="+mn-ea"/>
                <a:sym typeface="+mn-ea"/>
              </a:rPr>
              <a:t>,</a:t>
            </a:r>
            <a:r>
              <a:rPr lang="zh-CN" altLang="en-US" sz="1400" kern="0" dirty="0">
                <a:ln>
                  <a:noFill/>
                  <a:prstDash val="sysDot"/>
                </a:ln>
                <a:solidFill>
                  <a:schemeClr val="tx1">
                    <a:lumMod val="85000"/>
                    <a:lumOff val="15000"/>
                  </a:schemeClr>
                </a:solidFill>
                <a:latin typeface="+mn-ea"/>
                <a:cs typeface="+mn-ea"/>
                <a:sym typeface="+mn-ea"/>
              </a:rPr>
              <a:t>直接回答速度容易超时</a:t>
            </a:r>
            <a:r>
              <a:rPr lang="en-US" altLang="zh-CN" sz="1400" kern="0" dirty="0">
                <a:ln>
                  <a:noFill/>
                  <a:prstDash val="sysDot"/>
                </a:ln>
                <a:solidFill>
                  <a:schemeClr val="tx1">
                    <a:lumMod val="85000"/>
                    <a:lumOff val="15000"/>
                  </a:schemeClr>
                </a:solidFill>
                <a:latin typeface="+mn-ea"/>
                <a:cs typeface="+mn-ea"/>
                <a:sym typeface="+mn-ea"/>
              </a:rPr>
              <a:t>,</a:t>
            </a:r>
            <a:r>
              <a:rPr lang="zh-CN" altLang="en-US" sz="1400" kern="0" dirty="0">
                <a:ln>
                  <a:noFill/>
                  <a:prstDash val="sysDot"/>
                </a:ln>
                <a:solidFill>
                  <a:schemeClr val="tx1">
                    <a:lumMod val="85000"/>
                    <a:lumOff val="15000"/>
                  </a:schemeClr>
                </a:solidFill>
                <a:latin typeface="+mn-ea"/>
                <a:cs typeface="+mn-ea"/>
                <a:sym typeface="+mn-ea"/>
              </a:rPr>
              <a:t>且回答准确率不高</a:t>
            </a:r>
            <a:r>
              <a:rPr lang="en-US" altLang="zh-CN" sz="1400" kern="0" dirty="0">
                <a:ln>
                  <a:noFill/>
                  <a:prstDash val="sysDot"/>
                </a:ln>
                <a:solidFill>
                  <a:schemeClr val="tx1">
                    <a:lumMod val="85000"/>
                    <a:lumOff val="15000"/>
                  </a:schemeClr>
                </a:solidFill>
                <a:latin typeface="+mn-ea"/>
                <a:cs typeface="+mn-ea"/>
                <a:sym typeface="+mn-ea"/>
              </a:rPr>
              <a:t>,</a:t>
            </a:r>
            <a:r>
              <a:rPr lang="zh-CN" altLang="en-US" sz="1400" kern="0" dirty="0">
                <a:ln>
                  <a:noFill/>
                  <a:prstDash val="sysDot"/>
                </a:ln>
                <a:solidFill>
                  <a:schemeClr val="tx1">
                    <a:lumMod val="85000"/>
                    <a:lumOff val="15000"/>
                  </a:schemeClr>
                </a:solidFill>
                <a:latin typeface="+mn-ea"/>
                <a:cs typeface="+mn-ea"/>
                <a:sym typeface="+mn-ea"/>
              </a:rPr>
              <a:t>因此采用预处理让模型先对</a:t>
            </a:r>
            <a:r>
              <a:rPr lang="en-US" altLang="zh-CN" sz="1400" kern="0" dirty="0">
                <a:ln>
                  <a:noFill/>
                  <a:prstDash val="sysDot"/>
                </a:ln>
                <a:solidFill>
                  <a:schemeClr val="tx1">
                    <a:lumMod val="85000"/>
                    <a:lumOff val="15000"/>
                  </a:schemeClr>
                </a:solidFill>
                <a:latin typeface="+mn-ea"/>
                <a:cs typeface="+mn-ea"/>
                <a:sym typeface="+mn-ea"/>
              </a:rPr>
              <a:t>20w</a:t>
            </a:r>
            <a:r>
              <a:rPr lang="zh-CN" altLang="en-US" sz="1400" kern="0" dirty="0">
                <a:ln>
                  <a:noFill/>
                  <a:prstDash val="sysDot"/>
                </a:ln>
                <a:solidFill>
                  <a:schemeClr val="tx1">
                    <a:lumMod val="85000"/>
                    <a:lumOff val="15000"/>
                  </a:schemeClr>
                </a:solidFill>
                <a:latin typeface="+mn-ea"/>
                <a:cs typeface="+mn-ea"/>
                <a:sym typeface="+mn-ea"/>
              </a:rPr>
              <a:t>字的文本进行大致的分块</a:t>
            </a:r>
            <a:r>
              <a:rPr lang="en-US" altLang="zh-CN" sz="1400" kern="0" dirty="0">
                <a:ln>
                  <a:noFill/>
                  <a:prstDash val="sysDot"/>
                </a:ln>
                <a:solidFill>
                  <a:schemeClr val="tx1">
                    <a:lumMod val="85000"/>
                    <a:lumOff val="15000"/>
                  </a:schemeClr>
                </a:solidFill>
                <a:latin typeface="+mn-ea"/>
                <a:cs typeface="+mn-ea"/>
                <a:sym typeface="+mn-ea"/>
              </a:rPr>
              <a:t>,</a:t>
            </a:r>
            <a:r>
              <a:rPr lang="zh-CN" altLang="en-US" sz="1400" kern="0" dirty="0">
                <a:ln>
                  <a:noFill/>
                  <a:prstDash val="sysDot"/>
                </a:ln>
                <a:solidFill>
                  <a:schemeClr val="tx1">
                    <a:lumMod val="85000"/>
                    <a:lumOff val="15000"/>
                  </a:schemeClr>
                </a:solidFill>
                <a:latin typeface="+mn-ea"/>
                <a:cs typeface="+mn-ea"/>
                <a:sym typeface="+mn-ea"/>
              </a:rPr>
              <a:t>处理。提高答案生成速度和准确率。</a:t>
            </a:r>
            <a:endParaRPr lang="zh-CN" altLang="en-US" sz="1400" kern="0" dirty="0">
              <a:ln>
                <a:noFill/>
                <a:prstDash val="sysDot"/>
              </a:ln>
              <a:solidFill>
                <a:schemeClr val="tx1">
                  <a:lumMod val="85000"/>
                  <a:lumOff val="15000"/>
                </a:schemeClr>
              </a:solidFill>
              <a:latin typeface="+mn-ea"/>
              <a:cs typeface="+mn-ea"/>
              <a:sym typeface="+mn-ea"/>
            </a:endParaRPr>
          </a:p>
        </p:txBody>
      </p:sp>
      <p:sp>
        <p:nvSpPr>
          <p:cNvPr id="22" name="文本框 18"/>
          <p:cNvSpPr txBox="1"/>
          <p:nvPr>
            <p:custDataLst>
              <p:tags r:id="rId8"/>
            </p:custDataLst>
          </p:nvPr>
        </p:nvSpPr>
        <p:spPr>
          <a:xfrm>
            <a:off x="6395064" y="5242501"/>
            <a:ext cx="581099" cy="576023"/>
          </a:xfrm>
          <a:prstGeom prst="rect">
            <a:avLst/>
          </a:prstGeom>
          <a:noFill/>
        </p:spPr>
        <p:txBody>
          <a:bodyPr wrap="none" lIns="0" tIns="0" rIns="0" bIns="0" rtlCol="0" anchor="b" anchorCtr="0">
            <a:normAutofit lnSpcReduction="10000"/>
          </a:bodyPr>
          <a:p>
            <a:pPr lvl="0" algn="l">
              <a:buClrTx/>
              <a:buSzTx/>
              <a:buFontTx/>
            </a:pPr>
            <a:r>
              <a:rPr lang="en-US" altLang="zh-CN" sz="3800" b="1">
                <a:solidFill>
                  <a:schemeClr val="accent2"/>
                </a:solidFill>
                <a:sym typeface="+mn-ea"/>
              </a:rPr>
              <a:t>02</a:t>
            </a:r>
            <a:endParaRPr lang="en-US" altLang="zh-CN" sz="3800" b="1">
              <a:solidFill>
                <a:schemeClr val="accent2"/>
              </a:solidFill>
              <a:sym typeface="+mn-ea"/>
            </a:endParaRPr>
          </a:p>
        </p:txBody>
      </p:sp>
      <p:pic>
        <p:nvPicPr>
          <p:cNvPr id="3" name="图片 2"/>
          <p:cNvPicPr>
            <a:picLocks noChangeAspect="1"/>
          </p:cNvPicPr>
          <p:nvPr/>
        </p:nvPicPr>
        <p:blipFill>
          <a:blip r:embed="rId9"/>
          <a:stretch>
            <a:fillRect/>
          </a:stretch>
        </p:blipFill>
        <p:spPr>
          <a:xfrm>
            <a:off x="85090" y="944245"/>
            <a:ext cx="7302500" cy="2813685"/>
          </a:xfrm>
          <a:prstGeom prst="rect">
            <a:avLst/>
          </a:prstGeom>
        </p:spPr>
      </p:pic>
    </p:spTree>
    <p:custDataLst>
      <p:tags r:id="rId10"/>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标题 50"/>
          <p:cNvSpPr>
            <a:spLocks noGrp="1"/>
          </p:cNvSpPr>
          <p:nvPr>
            <p:ph type="title"/>
            <p:custDataLst>
              <p:tags r:id="rId1"/>
            </p:custDataLst>
          </p:nvPr>
        </p:nvSpPr>
        <p:spPr/>
        <p:txBody>
          <a:bodyPr/>
          <a:lstStyle/>
          <a:p>
            <a:r>
              <a:rPr lang="zh-CN" altLang="en-US"/>
              <a:t>二、多模态客服智能体</a:t>
            </a:r>
            <a:r>
              <a:rPr lang="en-US" altLang="zh-CN"/>
              <a:t>API</a:t>
            </a:r>
            <a:r>
              <a:rPr lang="zh-CN" altLang="en-US"/>
              <a:t>服务</a:t>
            </a:r>
            <a:endParaRPr lang="zh-CN" altLang="en-US"/>
          </a:p>
        </p:txBody>
      </p:sp>
      <p:sp>
        <p:nvSpPr>
          <p:cNvPr id="2" name="圆角矩形 15"/>
          <p:cNvSpPr/>
          <p:nvPr>
            <p:custDataLst>
              <p:tags r:id="rId2"/>
            </p:custDataLst>
          </p:nvPr>
        </p:nvSpPr>
        <p:spPr>
          <a:xfrm>
            <a:off x="695960" y="1461135"/>
            <a:ext cx="5325745" cy="835025"/>
          </a:xfrm>
          <a:prstGeom prst="roundRect">
            <a:avLst>
              <a:gd name="adj" fmla="val 22965"/>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lIns="683895" tIns="0" rIns="107950" rtlCol="0" anchor="ctr">
            <a:noAutofit/>
          </a:bodyPr>
          <a:p>
            <a:pPr indent="0" algn="l" fontAlgn="auto">
              <a:lnSpc>
                <a:spcPct val="130000"/>
              </a:lnSpc>
              <a:spcAft>
                <a:spcPts val="0"/>
              </a:spcAft>
            </a:pPr>
            <a:r>
              <a:rPr lang="zh-CN" altLang="en-US" sz="1400" dirty="0">
                <a:solidFill>
                  <a:schemeClr val="tx1">
                    <a:lumMod val="85000"/>
                    <a:lumOff val="15000"/>
                  </a:schemeClr>
                </a:solidFill>
                <a:sym typeface="+mn-ea"/>
              </a:rPr>
              <a:t>配置管理系统</a:t>
            </a:r>
            <a:endParaRPr lang="zh-CN" altLang="en-US" sz="1400" dirty="0">
              <a:solidFill>
                <a:schemeClr val="tx1">
                  <a:lumMod val="85000"/>
                  <a:lumOff val="15000"/>
                </a:schemeClr>
              </a:solidFill>
              <a:sym typeface="+mn-ea"/>
            </a:endParaRPr>
          </a:p>
        </p:txBody>
      </p:sp>
      <p:sp>
        <p:nvSpPr>
          <p:cNvPr id="57" name="圆角矩形 56"/>
          <p:cNvSpPr/>
          <p:nvPr>
            <p:custDataLst>
              <p:tags r:id="rId3"/>
            </p:custDataLst>
          </p:nvPr>
        </p:nvSpPr>
        <p:spPr>
          <a:xfrm>
            <a:off x="695960" y="2424430"/>
            <a:ext cx="5325745" cy="835025"/>
          </a:xfrm>
          <a:prstGeom prst="roundRect">
            <a:avLst>
              <a:gd name="adj" fmla="val 22965"/>
            </a:avLst>
          </a:prstGeom>
          <a:solidFill>
            <a:schemeClr val="lt1">
              <a:lumMod val="100000"/>
              <a:alpha val="10000"/>
            </a:schemeClr>
          </a:solidFill>
          <a:ln>
            <a:gradFill>
              <a:gsLst>
                <a:gs pos="0">
                  <a:schemeClr val="accent3">
                    <a:alpha val="70000"/>
                  </a:schemeClr>
                </a:gs>
                <a:gs pos="100000">
                  <a:schemeClr val="accent3">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全局变量定义</a:t>
            </a:r>
            <a:endParaRPr lang="zh-CN" altLang="en-US" sz="1400" dirty="0">
              <a:solidFill>
                <a:schemeClr val="tx1">
                  <a:lumMod val="85000"/>
                  <a:lumOff val="15000"/>
                </a:schemeClr>
              </a:solidFill>
              <a:sym typeface="+mn-ea"/>
            </a:endParaRPr>
          </a:p>
        </p:txBody>
      </p:sp>
      <p:sp>
        <p:nvSpPr>
          <p:cNvPr id="60" name="圆角矩形 59"/>
          <p:cNvSpPr/>
          <p:nvPr>
            <p:custDataLst>
              <p:tags r:id="rId4"/>
            </p:custDataLst>
          </p:nvPr>
        </p:nvSpPr>
        <p:spPr>
          <a:xfrm>
            <a:off x="695960" y="3387725"/>
            <a:ext cx="5325745" cy="835025"/>
          </a:xfrm>
          <a:prstGeom prst="roundRect">
            <a:avLst>
              <a:gd name="adj" fmla="val 22965"/>
            </a:avLst>
          </a:prstGeom>
          <a:solidFill>
            <a:schemeClr val="lt1">
              <a:lumMod val="100000"/>
              <a:alpha val="10000"/>
            </a:schemeClr>
          </a:solidFill>
          <a:ln>
            <a:gradFill>
              <a:gsLst>
                <a:gs pos="0">
                  <a:schemeClr val="accent5">
                    <a:alpha val="70000"/>
                  </a:schemeClr>
                </a:gs>
                <a:gs pos="100000">
                  <a:schemeClr val="accent5">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向量数据库构建模块</a:t>
            </a:r>
            <a:endParaRPr lang="zh-CN" altLang="en-US" sz="1400" dirty="0">
              <a:solidFill>
                <a:schemeClr val="tx1">
                  <a:lumMod val="85000"/>
                  <a:lumOff val="15000"/>
                </a:schemeClr>
              </a:solidFill>
              <a:sym typeface="+mn-ea"/>
            </a:endParaRPr>
          </a:p>
        </p:txBody>
      </p:sp>
      <p:sp>
        <p:nvSpPr>
          <p:cNvPr id="65" name="圆角矩形 64"/>
          <p:cNvSpPr/>
          <p:nvPr>
            <p:custDataLst>
              <p:tags r:id="rId5"/>
            </p:custDataLst>
          </p:nvPr>
        </p:nvSpPr>
        <p:spPr>
          <a:xfrm>
            <a:off x="695960" y="4351020"/>
            <a:ext cx="5325745" cy="835025"/>
          </a:xfrm>
          <a:prstGeom prst="roundRect">
            <a:avLst>
              <a:gd name="adj" fmla="val 22965"/>
            </a:avLst>
          </a:prstGeom>
          <a:solidFill>
            <a:schemeClr val="lt1">
              <a:lumMod val="100000"/>
              <a:alpha val="10000"/>
            </a:schemeClr>
          </a:solidFill>
          <a:ln>
            <a:gradFill>
              <a:gsLst>
                <a:gs pos="0">
                  <a:schemeClr val="accent1">
                    <a:alpha val="70000"/>
                  </a:schemeClr>
                </a:gs>
                <a:gs pos="100000">
                  <a:schemeClr val="accent1">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en-US" altLang="en-US" sz="1400" dirty="0">
                <a:solidFill>
                  <a:schemeClr val="tx1">
                    <a:lumMod val="85000"/>
                    <a:lumOff val="15000"/>
                  </a:schemeClr>
                </a:solidFill>
                <a:sym typeface="+mn-ea"/>
              </a:rPr>
              <a:t>RAG</a:t>
            </a:r>
            <a:r>
              <a:rPr lang="zh-CN" altLang="en-US" sz="1400" dirty="0">
                <a:solidFill>
                  <a:schemeClr val="tx1">
                    <a:lumMod val="85000"/>
                    <a:lumOff val="15000"/>
                  </a:schemeClr>
                </a:solidFill>
                <a:sym typeface="+mn-ea"/>
              </a:rPr>
              <a:t>检索模块</a:t>
            </a:r>
            <a:endParaRPr lang="zh-CN" altLang="en-US" sz="1400" dirty="0">
              <a:solidFill>
                <a:schemeClr val="tx1">
                  <a:lumMod val="85000"/>
                  <a:lumOff val="15000"/>
                </a:schemeClr>
              </a:solidFill>
              <a:sym typeface="+mn-ea"/>
            </a:endParaRPr>
          </a:p>
        </p:txBody>
      </p:sp>
      <p:sp>
        <p:nvSpPr>
          <p:cNvPr id="68" name="圆角矩形 67"/>
          <p:cNvSpPr/>
          <p:nvPr>
            <p:custDataLst>
              <p:tags r:id="rId6"/>
            </p:custDataLst>
          </p:nvPr>
        </p:nvSpPr>
        <p:spPr>
          <a:xfrm>
            <a:off x="695960" y="5314315"/>
            <a:ext cx="5325745" cy="835025"/>
          </a:xfrm>
          <a:prstGeom prst="roundRect">
            <a:avLst>
              <a:gd name="adj" fmla="val 22965"/>
            </a:avLst>
          </a:prstGeom>
          <a:solidFill>
            <a:schemeClr val="lt1">
              <a:lumMod val="100000"/>
              <a:alpha val="10000"/>
            </a:schemeClr>
          </a:solidFill>
          <a:ln>
            <a:gradFill>
              <a:gsLst>
                <a:gs pos="0">
                  <a:schemeClr val="accent3">
                    <a:alpha val="70000"/>
                  </a:schemeClr>
                </a:gs>
                <a:gs pos="100000">
                  <a:schemeClr val="accent3">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问题类型检测模块</a:t>
            </a:r>
            <a:endParaRPr lang="zh-CN" altLang="en-US" sz="1400" dirty="0">
              <a:solidFill>
                <a:schemeClr val="tx1">
                  <a:lumMod val="85000"/>
                  <a:lumOff val="15000"/>
                </a:schemeClr>
              </a:solidFill>
              <a:sym typeface="+mn-ea"/>
            </a:endParaRPr>
          </a:p>
        </p:txBody>
      </p:sp>
      <p:sp>
        <p:nvSpPr>
          <p:cNvPr id="71" name="圆角矩形 70"/>
          <p:cNvSpPr/>
          <p:nvPr>
            <p:custDataLst>
              <p:tags r:id="rId7"/>
            </p:custDataLst>
          </p:nvPr>
        </p:nvSpPr>
        <p:spPr>
          <a:xfrm>
            <a:off x="6170930" y="1461135"/>
            <a:ext cx="5325745" cy="835025"/>
          </a:xfrm>
          <a:prstGeom prst="roundRect">
            <a:avLst>
              <a:gd name="adj" fmla="val 22965"/>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日志系统与依赖导入</a:t>
            </a:r>
            <a:endParaRPr lang="zh-CN" altLang="en-US" sz="1400" dirty="0">
              <a:solidFill>
                <a:schemeClr val="tx1">
                  <a:lumMod val="85000"/>
                  <a:lumOff val="15000"/>
                </a:schemeClr>
              </a:solidFill>
              <a:sym typeface="+mn-ea"/>
            </a:endParaRPr>
          </a:p>
        </p:txBody>
      </p:sp>
      <p:sp>
        <p:nvSpPr>
          <p:cNvPr id="74" name="圆角矩形 73"/>
          <p:cNvSpPr/>
          <p:nvPr>
            <p:custDataLst>
              <p:tags r:id="rId8"/>
            </p:custDataLst>
          </p:nvPr>
        </p:nvSpPr>
        <p:spPr>
          <a:xfrm>
            <a:off x="6170930" y="2424430"/>
            <a:ext cx="5325745" cy="835025"/>
          </a:xfrm>
          <a:prstGeom prst="roundRect">
            <a:avLst>
              <a:gd name="adj" fmla="val 22965"/>
            </a:avLst>
          </a:prstGeom>
          <a:solidFill>
            <a:schemeClr val="lt1">
              <a:lumMod val="100000"/>
              <a:alpha val="10000"/>
            </a:schemeClr>
          </a:solidFill>
          <a:ln>
            <a:gradFill>
              <a:gsLst>
                <a:gs pos="0">
                  <a:schemeClr val="accent4">
                    <a:alpha val="70000"/>
                  </a:schemeClr>
                </a:gs>
                <a:gs pos="100000">
                  <a:schemeClr val="accent4">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多格式文档解析模块</a:t>
            </a:r>
            <a:endParaRPr lang="zh-CN" altLang="en-US" sz="1400" dirty="0">
              <a:solidFill>
                <a:schemeClr val="tx1">
                  <a:lumMod val="85000"/>
                  <a:lumOff val="15000"/>
                </a:schemeClr>
              </a:solidFill>
              <a:sym typeface="+mn-ea"/>
            </a:endParaRPr>
          </a:p>
        </p:txBody>
      </p:sp>
      <p:sp>
        <p:nvSpPr>
          <p:cNvPr id="77" name="圆角矩形 76"/>
          <p:cNvSpPr/>
          <p:nvPr>
            <p:custDataLst>
              <p:tags r:id="rId9"/>
            </p:custDataLst>
          </p:nvPr>
        </p:nvSpPr>
        <p:spPr>
          <a:xfrm>
            <a:off x="6170930" y="3387725"/>
            <a:ext cx="5325745" cy="835025"/>
          </a:xfrm>
          <a:prstGeom prst="roundRect">
            <a:avLst>
              <a:gd name="adj" fmla="val 22965"/>
            </a:avLst>
          </a:prstGeom>
          <a:solidFill>
            <a:schemeClr val="lt1">
              <a:lumMod val="100000"/>
              <a:alpha val="10000"/>
            </a:schemeClr>
          </a:solidFill>
          <a:ln>
            <a:gradFill>
              <a:gsLst>
                <a:gs pos="0">
                  <a:schemeClr val="accent6">
                    <a:alpha val="70000"/>
                  </a:schemeClr>
                </a:gs>
                <a:gs pos="100000">
                  <a:schemeClr val="accent6">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zh-CN" altLang="en-US" sz="1400" dirty="0">
                <a:solidFill>
                  <a:schemeClr val="tx1">
                    <a:lumMod val="85000"/>
                    <a:lumOff val="15000"/>
                  </a:schemeClr>
                </a:solidFill>
                <a:sym typeface="+mn-ea"/>
              </a:rPr>
              <a:t>知识库加载策略</a:t>
            </a:r>
            <a:endParaRPr lang="zh-CN" altLang="en-US" sz="1400" dirty="0">
              <a:solidFill>
                <a:schemeClr val="tx1">
                  <a:lumMod val="85000"/>
                  <a:lumOff val="15000"/>
                </a:schemeClr>
              </a:solidFill>
              <a:sym typeface="+mn-ea"/>
            </a:endParaRPr>
          </a:p>
        </p:txBody>
      </p:sp>
      <p:sp>
        <p:nvSpPr>
          <p:cNvPr id="80" name="圆角矩形 79"/>
          <p:cNvSpPr/>
          <p:nvPr>
            <p:custDataLst>
              <p:tags r:id="rId10"/>
            </p:custDataLst>
          </p:nvPr>
        </p:nvSpPr>
        <p:spPr>
          <a:xfrm>
            <a:off x="6170930" y="4351020"/>
            <a:ext cx="5325745" cy="835025"/>
          </a:xfrm>
          <a:prstGeom prst="roundRect">
            <a:avLst>
              <a:gd name="adj" fmla="val 22965"/>
            </a:avLst>
          </a:prstGeom>
          <a:solidFill>
            <a:schemeClr val="lt1">
              <a:lumMod val="100000"/>
              <a:alpha val="10000"/>
            </a:schemeClr>
          </a:solidFill>
          <a:ln>
            <a:gradFill>
              <a:gsLst>
                <a:gs pos="0">
                  <a:schemeClr val="accent2">
                    <a:alpha val="70000"/>
                  </a:schemeClr>
                </a:gs>
                <a:gs pos="100000">
                  <a:schemeClr val="accent2">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en-US" altLang="en-US" sz="1400" dirty="0">
                <a:solidFill>
                  <a:schemeClr val="tx1">
                    <a:lumMod val="85000"/>
                    <a:lumOff val="15000"/>
                  </a:schemeClr>
                </a:solidFill>
                <a:sym typeface="+mn-ea"/>
              </a:rPr>
              <a:t>Agent</a:t>
            </a:r>
            <a:r>
              <a:rPr lang="zh-CN" altLang="en-US" sz="1400" dirty="0">
                <a:solidFill>
                  <a:schemeClr val="tx1">
                    <a:lumMod val="85000"/>
                    <a:lumOff val="15000"/>
                  </a:schemeClr>
                </a:solidFill>
                <a:sym typeface="+mn-ea"/>
              </a:rPr>
              <a:t>初始化模块</a:t>
            </a:r>
            <a:endParaRPr lang="zh-CN" altLang="en-US" sz="1400" dirty="0">
              <a:solidFill>
                <a:schemeClr val="tx1">
                  <a:lumMod val="85000"/>
                  <a:lumOff val="15000"/>
                </a:schemeClr>
              </a:solidFill>
              <a:sym typeface="+mn-ea"/>
            </a:endParaRPr>
          </a:p>
        </p:txBody>
      </p:sp>
      <p:sp>
        <p:nvSpPr>
          <p:cNvPr id="86" name="圆角矩形 85"/>
          <p:cNvSpPr/>
          <p:nvPr>
            <p:custDataLst>
              <p:tags r:id="rId11"/>
            </p:custDataLst>
          </p:nvPr>
        </p:nvSpPr>
        <p:spPr>
          <a:xfrm>
            <a:off x="6170930" y="5314315"/>
            <a:ext cx="5325745" cy="835025"/>
          </a:xfrm>
          <a:prstGeom prst="roundRect">
            <a:avLst>
              <a:gd name="adj" fmla="val 22965"/>
            </a:avLst>
          </a:prstGeom>
          <a:solidFill>
            <a:schemeClr val="lt1">
              <a:lumMod val="100000"/>
              <a:alpha val="10000"/>
            </a:schemeClr>
          </a:solidFill>
          <a:ln>
            <a:gradFill>
              <a:gsLst>
                <a:gs pos="0">
                  <a:schemeClr val="accent4">
                    <a:alpha val="70000"/>
                  </a:schemeClr>
                </a:gs>
                <a:gs pos="100000">
                  <a:schemeClr val="accent4">
                    <a:alpha val="60000"/>
                  </a:schemeClr>
                </a:gs>
              </a:gsLst>
              <a:lin ang="10740000" scaled="1"/>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683895" tIns="0" rIns="107950" numCol="1" spcCol="0" rtlCol="0" fromWordArt="0" anchor="ctr" anchorCtr="0" forceAA="0" compatLnSpc="1">
            <a:noAutofit/>
          </a:bodyPr>
          <a:p>
            <a:pPr lvl="0" algn="l">
              <a:lnSpc>
                <a:spcPct val="130000"/>
              </a:lnSpc>
              <a:spcAft>
                <a:spcPts val="0"/>
              </a:spcAft>
              <a:buClrTx/>
              <a:buSzTx/>
              <a:buFontTx/>
            </a:pPr>
            <a:r>
              <a:rPr lang="en-US" altLang="en-US" sz="1400" dirty="0">
                <a:solidFill>
                  <a:schemeClr val="tx1">
                    <a:lumMod val="85000"/>
                    <a:lumOff val="15000"/>
                  </a:schemeClr>
                </a:solidFill>
                <a:sym typeface="+mn-ea"/>
              </a:rPr>
              <a:t>System Prompt</a:t>
            </a:r>
            <a:r>
              <a:rPr lang="zh-CN" altLang="en-US" sz="1400" dirty="0">
                <a:solidFill>
                  <a:schemeClr val="tx1">
                    <a:lumMod val="85000"/>
                    <a:lumOff val="15000"/>
                  </a:schemeClr>
                </a:solidFill>
                <a:sym typeface="+mn-ea"/>
              </a:rPr>
              <a:t>构建模块</a:t>
            </a:r>
            <a:endParaRPr lang="zh-CN" altLang="en-US" sz="1400" dirty="0">
              <a:solidFill>
                <a:schemeClr val="tx1">
                  <a:lumMod val="85000"/>
                  <a:lumOff val="15000"/>
                </a:schemeClr>
              </a:solidFill>
              <a:sym typeface="+mn-ea"/>
            </a:endParaRPr>
          </a:p>
        </p:txBody>
      </p:sp>
      <p:sp>
        <p:nvSpPr>
          <p:cNvPr id="3" name="椭圆 44"/>
          <p:cNvSpPr>
            <a:spLocks noChangeAspect="1"/>
          </p:cNvSpPr>
          <p:nvPr>
            <p:custDataLst>
              <p:tags r:id="rId12"/>
            </p:custDataLst>
          </p:nvPr>
        </p:nvSpPr>
        <p:spPr>
          <a:xfrm>
            <a:off x="854710" y="1660525"/>
            <a:ext cx="436880" cy="436880"/>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1</a:t>
            </a:r>
            <a:endParaRPr lang="en-US" altLang="zh-CN" sz="1600" dirty="0">
              <a:solidFill>
                <a:srgbClr val="FFFFFF"/>
              </a:solidFill>
              <a:sym typeface="+mn-ea"/>
            </a:endParaRPr>
          </a:p>
        </p:txBody>
      </p:sp>
      <p:sp>
        <p:nvSpPr>
          <p:cNvPr id="4" name="椭圆 2"/>
          <p:cNvSpPr>
            <a:spLocks noChangeAspect="1"/>
          </p:cNvSpPr>
          <p:nvPr>
            <p:custDataLst>
              <p:tags r:id="rId13"/>
            </p:custDataLst>
          </p:nvPr>
        </p:nvSpPr>
        <p:spPr>
          <a:xfrm>
            <a:off x="854710" y="2623820"/>
            <a:ext cx="436880" cy="436880"/>
          </a:xfrm>
          <a:prstGeom prst="ellipse">
            <a:avLst/>
          </a:prstGeom>
          <a:gradFill>
            <a:gsLst>
              <a:gs pos="0">
                <a:schemeClr val="accent3">
                  <a:alpha val="100000"/>
                </a:schemeClr>
              </a:gs>
              <a:gs pos="100000">
                <a:schemeClr val="accent3">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3</a:t>
            </a:r>
            <a:endParaRPr lang="en-US" altLang="zh-CN" sz="1600" dirty="0">
              <a:solidFill>
                <a:srgbClr val="FFFFFF"/>
              </a:solidFill>
              <a:sym typeface="+mn-ea"/>
            </a:endParaRPr>
          </a:p>
        </p:txBody>
      </p:sp>
      <p:sp>
        <p:nvSpPr>
          <p:cNvPr id="5" name="椭圆 3"/>
          <p:cNvSpPr>
            <a:spLocks noChangeAspect="1"/>
          </p:cNvSpPr>
          <p:nvPr>
            <p:custDataLst>
              <p:tags r:id="rId14"/>
            </p:custDataLst>
          </p:nvPr>
        </p:nvSpPr>
        <p:spPr>
          <a:xfrm>
            <a:off x="854710" y="3587115"/>
            <a:ext cx="436880" cy="436880"/>
          </a:xfrm>
          <a:prstGeom prst="ellipse">
            <a:avLst/>
          </a:prstGeom>
          <a:gradFill>
            <a:gsLst>
              <a:gs pos="0">
                <a:schemeClr val="accent5">
                  <a:alpha val="100000"/>
                </a:schemeClr>
              </a:gs>
              <a:gs pos="100000">
                <a:schemeClr val="accent5">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5</a:t>
            </a:r>
            <a:endParaRPr lang="en-US" altLang="zh-CN" sz="1600" dirty="0">
              <a:solidFill>
                <a:srgbClr val="FFFFFF"/>
              </a:solidFill>
              <a:sym typeface="+mn-ea"/>
            </a:endParaRPr>
          </a:p>
        </p:txBody>
      </p:sp>
      <p:sp>
        <p:nvSpPr>
          <p:cNvPr id="6" name="椭圆 4"/>
          <p:cNvSpPr>
            <a:spLocks noChangeAspect="1"/>
          </p:cNvSpPr>
          <p:nvPr>
            <p:custDataLst>
              <p:tags r:id="rId15"/>
            </p:custDataLst>
          </p:nvPr>
        </p:nvSpPr>
        <p:spPr>
          <a:xfrm>
            <a:off x="854710" y="4550410"/>
            <a:ext cx="436880" cy="436880"/>
          </a:xfrm>
          <a:prstGeom prst="ellipse">
            <a:avLst/>
          </a:prstGeom>
          <a:gradFill>
            <a:gsLst>
              <a:gs pos="0">
                <a:schemeClr val="accent1">
                  <a:alpha val="100000"/>
                </a:schemeClr>
              </a:gs>
              <a:gs pos="100000">
                <a:schemeClr val="accent1">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7</a:t>
            </a:r>
            <a:endParaRPr lang="en-US" altLang="zh-CN" sz="1600" dirty="0">
              <a:solidFill>
                <a:srgbClr val="FFFFFF"/>
              </a:solidFill>
              <a:sym typeface="+mn-ea"/>
            </a:endParaRPr>
          </a:p>
        </p:txBody>
      </p:sp>
      <p:sp>
        <p:nvSpPr>
          <p:cNvPr id="7" name="椭圆 5"/>
          <p:cNvSpPr>
            <a:spLocks noChangeAspect="1"/>
          </p:cNvSpPr>
          <p:nvPr>
            <p:custDataLst>
              <p:tags r:id="rId16"/>
            </p:custDataLst>
          </p:nvPr>
        </p:nvSpPr>
        <p:spPr>
          <a:xfrm>
            <a:off x="854710" y="5513705"/>
            <a:ext cx="436880" cy="436880"/>
          </a:xfrm>
          <a:prstGeom prst="ellipse">
            <a:avLst/>
          </a:prstGeom>
          <a:gradFill>
            <a:gsLst>
              <a:gs pos="0">
                <a:schemeClr val="accent3">
                  <a:alpha val="100000"/>
                </a:schemeClr>
              </a:gs>
              <a:gs pos="100000">
                <a:schemeClr val="accent3">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9</a:t>
            </a:r>
            <a:endParaRPr lang="en-US" altLang="zh-CN" sz="1600" dirty="0">
              <a:solidFill>
                <a:srgbClr val="FFFFFF"/>
              </a:solidFill>
              <a:sym typeface="+mn-ea"/>
            </a:endParaRPr>
          </a:p>
        </p:txBody>
      </p:sp>
      <p:sp>
        <p:nvSpPr>
          <p:cNvPr id="9" name="椭圆 8"/>
          <p:cNvSpPr>
            <a:spLocks noChangeAspect="1"/>
          </p:cNvSpPr>
          <p:nvPr>
            <p:custDataLst>
              <p:tags r:id="rId17"/>
            </p:custDataLst>
          </p:nvPr>
        </p:nvSpPr>
        <p:spPr>
          <a:xfrm>
            <a:off x="6329680" y="1660525"/>
            <a:ext cx="436880" cy="436880"/>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2</a:t>
            </a:r>
            <a:endParaRPr lang="en-US" altLang="zh-CN" sz="1600" dirty="0">
              <a:solidFill>
                <a:srgbClr val="FFFFFF"/>
              </a:solidFill>
              <a:sym typeface="+mn-ea"/>
            </a:endParaRPr>
          </a:p>
        </p:txBody>
      </p:sp>
      <p:sp>
        <p:nvSpPr>
          <p:cNvPr id="10" name="椭圆 9"/>
          <p:cNvSpPr>
            <a:spLocks noChangeAspect="1"/>
          </p:cNvSpPr>
          <p:nvPr>
            <p:custDataLst>
              <p:tags r:id="rId18"/>
            </p:custDataLst>
          </p:nvPr>
        </p:nvSpPr>
        <p:spPr>
          <a:xfrm>
            <a:off x="6329680" y="2623820"/>
            <a:ext cx="436880" cy="436880"/>
          </a:xfrm>
          <a:prstGeom prst="ellipse">
            <a:avLst/>
          </a:prstGeom>
          <a:gradFill>
            <a:gsLst>
              <a:gs pos="0">
                <a:schemeClr val="accent4">
                  <a:alpha val="100000"/>
                </a:schemeClr>
              </a:gs>
              <a:gs pos="100000">
                <a:schemeClr val="accent4">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4</a:t>
            </a:r>
            <a:endParaRPr lang="en-US" altLang="zh-CN" sz="1600" dirty="0">
              <a:solidFill>
                <a:srgbClr val="FFFFFF"/>
              </a:solidFill>
              <a:sym typeface="+mn-ea"/>
            </a:endParaRPr>
          </a:p>
        </p:txBody>
      </p:sp>
      <p:sp>
        <p:nvSpPr>
          <p:cNvPr id="11" name="椭圆 10"/>
          <p:cNvSpPr>
            <a:spLocks noChangeAspect="1"/>
          </p:cNvSpPr>
          <p:nvPr>
            <p:custDataLst>
              <p:tags r:id="rId19"/>
            </p:custDataLst>
          </p:nvPr>
        </p:nvSpPr>
        <p:spPr>
          <a:xfrm>
            <a:off x="6329680" y="3587115"/>
            <a:ext cx="436880" cy="436880"/>
          </a:xfrm>
          <a:prstGeom prst="ellipse">
            <a:avLst/>
          </a:prstGeom>
          <a:gradFill>
            <a:gsLst>
              <a:gs pos="0">
                <a:schemeClr val="accent6">
                  <a:alpha val="100000"/>
                </a:schemeClr>
              </a:gs>
              <a:gs pos="100000">
                <a:schemeClr val="accent6">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6</a:t>
            </a:r>
            <a:endParaRPr lang="en-US" altLang="zh-CN" sz="1600" dirty="0">
              <a:solidFill>
                <a:srgbClr val="FFFFFF"/>
              </a:solidFill>
              <a:sym typeface="+mn-ea"/>
            </a:endParaRPr>
          </a:p>
        </p:txBody>
      </p:sp>
      <p:sp>
        <p:nvSpPr>
          <p:cNvPr id="12" name="椭圆 11"/>
          <p:cNvSpPr>
            <a:spLocks noChangeAspect="1"/>
          </p:cNvSpPr>
          <p:nvPr>
            <p:custDataLst>
              <p:tags r:id="rId20"/>
            </p:custDataLst>
          </p:nvPr>
        </p:nvSpPr>
        <p:spPr>
          <a:xfrm>
            <a:off x="6329680" y="4550410"/>
            <a:ext cx="436880" cy="436880"/>
          </a:xfrm>
          <a:prstGeom prst="ellipse">
            <a:avLst/>
          </a:prstGeom>
          <a:gradFill>
            <a:gsLst>
              <a:gs pos="0">
                <a:schemeClr val="accent2">
                  <a:alpha val="100000"/>
                </a:schemeClr>
              </a:gs>
              <a:gs pos="100000">
                <a:schemeClr val="accent2">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8</a:t>
            </a:r>
            <a:endParaRPr lang="en-US" altLang="zh-CN" sz="1600" dirty="0">
              <a:solidFill>
                <a:srgbClr val="FFFFFF"/>
              </a:solidFill>
              <a:sym typeface="+mn-ea"/>
            </a:endParaRPr>
          </a:p>
        </p:txBody>
      </p:sp>
      <p:sp>
        <p:nvSpPr>
          <p:cNvPr id="13" name="椭圆 12"/>
          <p:cNvSpPr>
            <a:spLocks noChangeAspect="1"/>
          </p:cNvSpPr>
          <p:nvPr>
            <p:custDataLst>
              <p:tags r:id="rId21"/>
            </p:custDataLst>
          </p:nvPr>
        </p:nvSpPr>
        <p:spPr>
          <a:xfrm>
            <a:off x="6329680" y="5513705"/>
            <a:ext cx="436880" cy="436880"/>
          </a:xfrm>
          <a:prstGeom prst="ellipse">
            <a:avLst/>
          </a:prstGeom>
          <a:gradFill>
            <a:gsLst>
              <a:gs pos="0">
                <a:schemeClr val="accent4">
                  <a:alpha val="100000"/>
                </a:schemeClr>
              </a:gs>
              <a:gs pos="100000">
                <a:schemeClr val="accent4">
                  <a:alpha val="59000"/>
                </a:schemeClr>
              </a:gs>
            </a:gsLst>
            <a:lin ang="2700000" scaled="0"/>
          </a:gradFill>
          <a:ln>
            <a:no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numCol="1" spcCol="0" rtlCol="0" fromWordArt="0" anchor="ctr" anchorCtr="0" forceAA="0" compatLnSpc="1">
            <a:noAutofit/>
          </a:bodyPr>
          <a:p>
            <a:pPr lvl="0" algn="ctr">
              <a:buClrTx/>
              <a:buSzTx/>
              <a:buFontTx/>
            </a:pPr>
            <a:r>
              <a:rPr lang="en-US" altLang="zh-CN" sz="1600" dirty="0">
                <a:solidFill>
                  <a:srgbClr val="FFFFFF"/>
                </a:solidFill>
                <a:sym typeface="+mn-ea"/>
              </a:rPr>
              <a:t>10</a:t>
            </a:r>
            <a:endParaRPr lang="en-US" altLang="zh-CN" sz="1600" dirty="0">
              <a:solidFill>
                <a:srgbClr val="FFFFFF"/>
              </a:solidFill>
              <a:sym typeface="+mn-ea"/>
            </a:endParaRPr>
          </a:p>
        </p:txBody>
      </p:sp>
    </p:spTree>
    <p:custDataLst>
      <p:tags r:id="rId2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核心模块</a:t>
            </a:r>
            <a:r>
              <a:rPr lang="en-US" altLang="zh-CN"/>
              <a:t> 1 - RAG </a:t>
            </a:r>
            <a:r>
              <a:rPr lang="zh-CN" altLang="en-US"/>
              <a:t>知识库系统</a:t>
            </a:r>
            <a:endParaRPr lang="zh-CN" altLang="en-US"/>
          </a:p>
        </p:txBody>
      </p:sp>
      <p:pic>
        <p:nvPicPr>
          <p:cNvPr id="2" name="图片-2" descr="金融股票"/>
          <p:cNvPicPr>
            <a:picLocks noChangeAspect="1"/>
          </p:cNvPicPr>
          <p:nvPr>
            <p:custDataLst>
              <p:tags r:id="rId2"/>
            </p:custDataLst>
          </p:nvPr>
        </p:nvPicPr>
        <p:blipFill>
          <a:blip r:embed="rId3"/>
          <a:srcRect t="727" b="727"/>
          <a:stretch>
            <a:fillRect/>
          </a:stretch>
        </p:blipFill>
        <p:spPr>
          <a:xfrm>
            <a:off x="5247640" y="3180715"/>
            <a:ext cx="6765290" cy="3230245"/>
          </a:xfrm>
          <a:custGeom>
            <a:avLst/>
            <a:gdLst/>
            <a:ahLst/>
            <a:cxnLst>
              <a:cxn ang="3">
                <a:pos x="hc" y="t"/>
              </a:cxn>
              <a:cxn ang="cd2">
                <a:pos x="l" y="vc"/>
              </a:cxn>
              <a:cxn ang="cd4">
                <a:pos x="hc" y="b"/>
              </a:cxn>
              <a:cxn ang="0">
                <a:pos x="r" y="vc"/>
              </a:cxn>
            </a:cxnLst>
            <a:rect l="l" t="t" r="r" b="b"/>
            <a:pathLst>
              <a:path w="6793" h="3243">
                <a:moveTo>
                  <a:pt x="0" y="0"/>
                </a:moveTo>
                <a:lnTo>
                  <a:pt x="6793" y="0"/>
                </a:lnTo>
                <a:lnTo>
                  <a:pt x="6793" y="3243"/>
                </a:lnTo>
                <a:lnTo>
                  <a:pt x="0" y="3243"/>
                </a:lnTo>
                <a:lnTo>
                  <a:pt x="0" y="0"/>
                </a:lnTo>
                <a:close/>
              </a:path>
            </a:pathLst>
          </a:custGeom>
          <a:solidFill>
            <a:schemeClr val="accent1"/>
          </a:solidFill>
          <a:ln>
            <a:solidFill>
              <a:schemeClr val="accent1">
                <a:alpha val="20000"/>
              </a:schemeClr>
            </a:solidFill>
          </a:ln>
        </p:spPr>
      </p:pic>
      <p:sp>
        <p:nvSpPr>
          <p:cNvPr id="3" name="矩形 28"/>
          <p:cNvSpPr/>
          <p:nvPr>
            <p:custDataLst>
              <p:tags r:id="rId4"/>
            </p:custDataLst>
          </p:nvPr>
        </p:nvSpPr>
        <p:spPr>
          <a:xfrm>
            <a:off x="481754" y="2029564"/>
            <a:ext cx="6557553" cy="220422"/>
          </a:xfrm>
          <a:prstGeom prst="rect">
            <a:avLst/>
          </a:prstGeom>
          <a:noFill/>
        </p:spPr>
        <p:txBody>
          <a:bodyPr wrap="square" lIns="0" tIns="0" rIns="0" bIns="0" rtlCol="0" anchor="b" anchorCtr="0">
            <a:noAutofit/>
          </a:bodyPr>
          <a:p>
            <a:pPr>
              <a:spcBef>
                <a:spcPct val="0"/>
              </a:spcBef>
              <a:spcAft>
                <a:spcPct val="0"/>
              </a:spcAft>
            </a:pPr>
            <a:r>
              <a:rPr lang="zh-CN" altLang="en-US" sz="2400" b="1" dirty="0">
                <a:solidFill>
                  <a:schemeClr val="accent1"/>
                </a:solidFill>
                <a:latin typeface="+mn-ea"/>
                <a:cs typeface="+mn-ea"/>
              </a:rPr>
              <a:t>三级知识库加载策略</a:t>
            </a:r>
            <a:r>
              <a:rPr lang="en-US" altLang="zh-CN" sz="2400" b="1" dirty="0">
                <a:solidFill>
                  <a:schemeClr val="accent1"/>
                </a:solidFill>
                <a:latin typeface="+mn-ea"/>
                <a:cs typeface="+mn-ea"/>
              </a:rPr>
              <a:t>(</a:t>
            </a:r>
            <a:r>
              <a:rPr lang="zh-CN" altLang="en-US" sz="2400" b="1" dirty="0">
                <a:solidFill>
                  <a:schemeClr val="accent1"/>
                </a:solidFill>
                <a:latin typeface="+mn-ea"/>
                <a:cs typeface="+mn-ea"/>
              </a:rPr>
              <a:t>优先级从高到低</a:t>
            </a:r>
            <a:r>
              <a:rPr lang="en-US" altLang="zh-CN" sz="2400" b="1" dirty="0">
                <a:solidFill>
                  <a:schemeClr val="accent1"/>
                </a:solidFill>
                <a:latin typeface="+mn-ea"/>
                <a:cs typeface="+mn-ea"/>
              </a:rPr>
              <a:t>)</a:t>
            </a:r>
            <a:endParaRPr lang="en-US" altLang="zh-CN" sz="2400" b="1" dirty="0">
              <a:solidFill>
                <a:schemeClr val="accent1"/>
              </a:solidFill>
              <a:latin typeface="+mn-ea"/>
              <a:cs typeface="+mn-ea"/>
            </a:endParaRPr>
          </a:p>
        </p:txBody>
      </p:sp>
      <p:sp>
        <p:nvSpPr>
          <p:cNvPr id="5" name="矩形 29"/>
          <p:cNvSpPr/>
          <p:nvPr>
            <p:custDataLst>
              <p:tags r:id="rId5"/>
            </p:custDataLst>
          </p:nvPr>
        </p:nvSpPr>
        <p:spPr>
          <a:xfrm>
            <a:off x="559164" y="2246050"/>
            <a:ext cx="6540496" cy="431660"/>
          </a:xfrm>
          <a:prstGeom prst="rect">
            <a:avLst/>
          </a:prstGeom>
          <a:ln>
            <a:noFill/>
            <a:prstDash val="sysDash"/>
          </a:ln>
        </p:spPr>
        <p:txBody>
          <a:bodyPr vert="horz" wrap="square" lIns="0" tIns="0" rIns="0" bIns="0" rtlCol="0" anchor="t" anchorCtr="0">
            <a:noAutofit/>
          </a:bodyPr>
          <a:p>
            <a:pPr indent="0" fontAlgn="auto">
              <a:lnSpc>
                <a:spcPct val="115000"/>
              </a:lnSpc>
              <a:spcBef>
                <a:spcPct val="0"/>
              </a:spcBef>
              <a:spcAft>
                <a:spcPct val="0"/>
              </a:spcAft>
            </a:pPr>
            <a:r>
              <a:rPr lang="en-US" altLang="zh-CN" sz="2000" dirty="0">
                <a:ln>
                  <a:noFill/>
                  <a:prstDash val="sysDot"/>
                </a:ln>
                <a:solidFill>
                  <a:schemeClr val="tx1">
                    <a:lumMod val="85000"/>
                    <a:lumOff val="15000"/>
                  </a:schemeClr>
                </a:solidFill>
                <a:latin typeface="+mn-ea"/>
                <a:cs typeface="+mn-ea"/>
                <a:sym typeface="+mn-ea"/>
              </a:rPr>
              <a:t>1</a:t>
            </a:r>
            <a:r>
              <a:rPr lang="zh-CN" altLang="en-US" sz="2000" dirty="0">
                <a:ln>
                  <a:noFill/>
                  <a:prstDash val="sysDot"/>
                </a:ln>
                <a:solidFill>
                  <a:schemeClr val="tx1">
                    <a:lumMod val="85000"/>
                    <a:lumOff val="15000"/>
                  </a:schemeClr>
                </a:solidFill>
                <a:latin typeface="+mn-ea"/>
                <a:cs typeface="+mn-ea"/>
                <a:sym typeface="+mn-ea"/>
              </a:rPr>
              <a:t>、已存在的精炼向量库</a:t>
            </a:r>
            <a:endParaRPr lang="zh-CN" altLang="en-US" sz="2000" dirty="0">
              <a:ln>
                <a:noFill/>
                <a:prstDash val="sysDot"/>
              </a:ln>
              <a:solidFill>
                <a:schemeClr val="tx1">
                  <a:lumMod val="85000"/>
                  <a:lumOff val="15000"/>
                </a:schemeClr>
              </a:solidFill>
              <a:latin typeface="+mn-ea"/>
              <a:cs typeface="+mn-ea"/>
              <a:sym typeface="+mn-ea"/>
            </a:endParaRPr>
          </a:p>
        </p:txBody>
      </p:sp>
      <p:sp>
        <p:nvSpPr>
          <p:cNvPr id="6" name="椭圆 32"/>
          <p:cNvSpPr/>
          <p:nvPr>
            <p:custDataLst>
              <p:tags r:id="rId6"/>
            </p:custDataLst>
          </p:nvPr>
        </p:nvSpPr>
        <p:spPr>
          <a:xfrm>
            <a:off x="231140" y="2029396"/>
            <a:ext cx="126611" cy="135796"/>
          </a:xfrm>
          <a:prstGeom prst="ellipse">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cs typeface="微软雅黑" panose="020B0503020204020204" charset="-122"/>
            </a:endParaRPr>
          </a:p>
        </p:txBody>
      </p:sp>
      <p:sp>
        <p:nvSpPr>
          <p:cNvPr id="16" name="矩形 15"/>
          <p:cNvSpPr/>
          <p:nvPr>
            <p:custDataLst>
              <p:tags r:id="rId7"/>
            </p:custDataLst>
          </p:nvPr>
        </p:nvSpPr>
        <p:spPr>
          <a:xfrm>
            <a:off x="559164" y="2990630"/>
            <a:ext cx="6540496" cy="431660"/>
          </a:xfrm>
          <a:prstGeom prst="rect">
            <a:avLst/>
          </a:prstGeom>
          <a:ln>
            <a:noFill/>
            <a:prstDash val="sysDash"/>
          </a:ln>
        </p:spPr>
        <p:txBody>
          <a:bodyPr vert="horz" wrap="square" lIns="0" tIns="0" rIns="0" bIns="0" rtlCol="0" anchor="t" anchorCtr="0">
            <a:noAutofit/>
          </a:bodyPr>
          <a:p>
            <a:pPr indent="0" fontAlgn="auto">
              <a:lnSpc>
                <a:spcPct val="115000"/>
              </a:lnSpc>
              <a:spcBef>
                <a:spcPct val="0"/>
              </a:spcBef>
              <a:spcAft>
                <a:spcPct val="0"/>
              </a:spcAft>
            </a:pPr>
            <a:r>
              <a:rPr lang="en-US" altLang="en-US" sz="2000" dirty="0">
                <a:ln>
                  <a:noFill/>
                  <a:prstDash val="sysDot"/>
                </a:ln>
                <a:solidFill>
                  <a:schemeClr val="tx1">
                    <a:lumMod val="85000"/>
                    <a:lumOff val="15000"/>
                  </a:schemeClr>
                </a:solidFill>
                <a:latin typeface="+mn-ea"/>
                <a:cs typeface="+mn-ea"/>
                <a:sym typeface="+mn-ea"/>
              </a:rPr>
              <a:t>2</a:t>
            </a:r>
            <a:r>
              <a:rPr lang="zh-CN" altLang="en-US" sz="2000" dirty="0">
                <a:ln>
                  <a:noFill/>
                  <a:prstDash val="sysDot"/>
                </a:ln>
                <a:solidFill>
                  <a:schemeClr val="tx1">
                    <a:lumMod val="85000"/>
                    <a:lumOff val="15000"/>
                  </a:schemeClr>
                </a:solidFill>
                <a:latin typeface="+mn-ea"/>
                <a:cs typeface="+mn-ea"/>
                <a:sym typeface="+mn-ea"/>
              </a:rPr>
              <a:t>、预处理的</a:t>
            </a:r>
            <a:r>
              <a:rPr lang="en-US" altLang="zh-CN" sz="2000" dirty="0">
                <a:ln>
                  <a:noFill/>
                  <a:prstDash val="sysDot"/>
                </a:ln>
                <a:solidFill>
                  <a:schemeClr val="tx1">
                    <a:lumMod val="85000"/>
                    <a:lumOff val="15000"/>
                  </a:schemeClr>
                </a:solidFill>
                <a:latin typeface="+mn-ea"/>
                <a:cs typeface="+mn-ea"/>
                <a:sym typeface="+mn-ea"/>
              </a:rPr>
              <a:t> JSONL </a:t>
            </a:r>
            <a:r>
              <a:rPr lang="zh-CN" altLang="en-US" sz="2000" dirty="0">
                <a:ln>
                  <a:noFill/>
                  <a:prstDash val="sysDot"/>
                </a:ln>
                <a:solidFill>
                  <a:schemeClr val="tx1">
                    <a:lumMod val="85000"/>
                    <a:lumOff val="15000"/>
                  </a:schemeClr>
                </a:solidFill>
                <a:latin typeface="+mn-ea"/>
                <a:cs typeface="+mn-ea"/>
                <a:sym typeface="+mn-ea"/>
              </a:rPr>
              <a:t>文件</a:t>
            </a:r>
            <a:endParaRPr lang="zh-CN" altLang="en-US" sz="2000" dirty="0">
              <a:ln>
                <a:noFill/>
                <a:prstDash val="sysDot"/>
              </a:ln>
              <a:solidFill>
                <a:schemeClr val="tx1">
                  <a:lumMod val="85000"/>
                  <a:lumOff val="15000"/>
                </a:schemeClr>
              </a:solidFill>
              <a:latin typeface="+mn-ea"/>
              <a:cs typeface="+mn-ea"/>
              <a:sym typeface="+mn-ea"/>
            </a:endParaRPr>
          </a:p>
        </p:txBody>
      </p:sp>
      <p:sp>
        <p:nvSpPr>
          <p:cNvPr id="22" name="矩形 21"/>
          <p:cNvSpPr/>
          <p:nvPr>
            <p:custDataLst>
              <p:tags r:id="rId8"/>
            </p:custDataLst>
          </p:nvPr>
        </p:nvSpPr>
        <p:spPr>
          <a:xfrm>
            <a:off x="559164" y="3735210"/>
            <a:ext cx="6540496" cy="431660"/>
          </a:xfrm>
          <a:prstGeom prst="rect">
            <a:avLst/>
          </a:prstGeom>
          <a:ln>
            <a:noFill/>
            <a:prstDash val="sysDash"/>
          </a:ln>
        </p:spPr>
        <p:txBody>
          <a:bodyPr vert="horz" wrap="square" lIns="0" tIns="0" rIns="0" bIns="0" rtlCol="0" anchor="t" anchorCtr="0">
            <a:noAutofit/>
          </a:bodyPr>
          <a:p>
            <a:pPr indent="0" fontAlgn="auto">
              <a:lnSpc>
                <a:spcPct val="115000"/>
              </a:lnSpc>
              <a:spcBef>
                <a:spcPct val="0"/>
              </a:spcBef>
              <a:spcAft>
                <a:spcPct val="0"/>
              </a:spcAft>
            </a:pPr>
            <a:r>
              <a:rPr lang="en-US" altLang="en-US" sz="2000" dirty="0">
                <a:ln>
                  <a:noFill/>
                  <a:prstDash val="sysDot"/>
                </a:ln>
                <a:solidFill>
                  <a:schemeClr val="tx1">
                    <a:lumMod val="85000"/>
                    <a:lumOff val="15000"/>
                  </a:schemeClr>
                </a:solidFill>
                <a:latin typeface="+mn-ea"/>
                <a:cs typeface="+mn-ea"/>
                <a:sym typeface="+mn-ea"/>
              </a:rPr>
              <a:t>3</a:t>
            </a:r>
            <a:r>
              <a:rPr lang="zh-CN" altLang="en-US" sz="2000" dirty="0">
                <a:ln>
                  <a:noFill/>
                  <a:prstDash val="sysDot"/>
                </a:ln>
                <a:solidFill>
                  <a:schemeClr val="tx1">
                    <a:lumMod val="85000"/>
                    <a:lumOff val="15000"/>
                  </a:schemeClr>
                </a:solidFill>
                <a:latin typeface="+mn-ea"/>
                <a:cs typeface="+mn-ea"/>
                <a:sym typeface="+mn-ea"/>
              </a:rPr>
              <a:t>、原始文档实时解析</a:t>
            </a:r>
            <a:endParaRPr lang="zh-CN" altLang="en-US" sz="2000" dirty="0">
              <a:ln>
                <a:noFill/>
                <a:prstDash val="sysDot"/>
              </a:ln>
              <a:solidFill>
                <a:schemeClr val="tx1">
                  <a:lumMod val="85000"/>
                  <a:lumOff val="15000"/>
                </a:schemeClr>
              </a:solidFill>
              <a:latin typeface="+mn-ea"/>
              <a:cs typeface="+mn-ea"/>
              <a:sym typeface="+mn-ea"/>
            </a:endParaRPr>
          </a:p>
        </p:txBody>
      </p:sp>
    </p:spTree>
    <p:custDataLst>
      <p:tags r:id="rId9"/>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核心模块</a:t>
            </a:r>
            <a:r>
              <a:rPr lang="en-US" altLang="zh-CN"/>
              <a:t> 2 - </a:t>
            </a:r>
            <a:r>
              <a:rPr lang="zh-CN" altLang="en-US"/>
              <a:t>智能问答引擎</a:t>
            </a:r>
            <a:endParaRPr lang="zh-CN" altLang="en-US"/>
          </a:p>
        </p:txBody>
      </p:sp>
      <p:pic>
        <p:nvPicPr>
          <p:cNvPr id="71" name="图片 70" descr="E:/设计图片素材/7965609_带键盘的机器人手.jpg7965609_带键盘的机器人手"/>
          <p:cNvPicPr>
            <a:picLocks noChangeAspect="1"/>
          </p:cNvPicPr>
          <p:nvPr>
            <p:custDataLst>
              <p:tags r:id="rId2"/>
            </p:custDataLst>
          </p:nvPr>
        </p:nvPicPr>
        <p:blipFill>
          <a:blip r:embed="rId3"/>
          <a:srcRect l="2213" r="2213"/>
          <a:stretch>
            <a:fillRect/>
          </a:stretch>
        </p:blipFill>
        <p:spPr>
          <a:xfrm>
            <a:off x="6866255" y="1508125"/>
            <a:ext cx="4805680" cy="4893945"/>
          </a:xfrm>
          <a:custGeom>
            <a:avLst/>
            <a:gdLst/>
            <a:ahLst/>
            <a:cxnLst>
              <a:cxn ang="3">
                <a:pos x="hc" y="t"/>
              </a:cxn>
              <a:cxn ang="cd2">
                <a:pos x="l" y="vc"/>
              </a:cxn>
              <a:cxn ang="cd4">
                <a:pos x="hc" y="b"/>
              </a:cxn>
              <a:cxn ang="0">
                <a:pos x="r" y="vc"/>
              </a:cxn>
            </a:cxnLst>
            <a:rect l="l" t="t" r="r" b="b"/>
            <a:pathLst>
              <a:path w="6738" h="6862">
                <a:moveTo>
                  <a:pt x="0" y="0"/>
                </a:moveTo>
                <a:lnTo>
                  <a:pt x="5982" y="0"/>
                </a:lnTo>
                <a:lnTo>
                  <a:pt x="6738" y="756"/>
                </a:lnTo>
                <a:lnTo>
                  <a:pt x="6738" y="6862"/>
                </a:lnTo>
                <a:lnTo>
                  <a:pt x="756" y="6862"/>
                </a:lnTo>
                <a:lnTo>
                  <a:pt x="0" y="6106"/>
                </a:lnTo>
                <a:lnTo>
                  <a:pt x="0" y="0"/>
                </a:lnTo>
                <a:close/>
              </a:path>
            </a:pathLst>
          </a:custGeom>
          <a:ln w="6350">
            <a:solidFill>
              <a:schemeClr val="accent2">
                <a:alpha val="50000"/>
              </a:schemeClr>
            </a:solidFill>
          </a:ln>
        </p:spPr>
      </p:pic>
      <p:sp>
        <p:nvSpPr>
          <p:cNvPr id="80" name="任意多边形 79"/>
          <p:cNvSpPr/>
          <p:nvPr>
            <p:custDataLst>
              <p:tags r:id="rId4"/>
            </p:custDataLst>
          </p:nvPr>
        </p:nvSpPr>
        <p:spPr>
          <a:xfrm rot="16200000">
            <a:off x="10935018" y="5635943"/>
            <a:ext cx="908050" cy="61595"/>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430" h="97">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flip="none" rotWithShape="1">
            <a:gsLst>
              <a:gs pos="0">
                <a:schemeClr val="accent2"/>
              </a:gs>
              <a:gs pos="100000">
                <a:schemeClr val="accent2">
                  <a:alpha val="0"/>
                </a:schemeClr>
              </a:gs>
            </a:gsLst>
            <a:lin ang="0" scaled="0"/>
            <a:tileRect/>
          </a:gradFill>
          <a:ln>
            <a:noFill/>
          </a:ln>
          <a:effectLst>
            <a:outerShdw blurRad="127000" algn="ctr" rotWithShape="0">
              <a:srgbClr val="65B4D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cxnSp>
        <p:nvCxnSpPr>
          <p:cNvPr id="2" name="直接连接符 1"/>
          <p:cNvCxnSpPr/>
          <p:nvPr>
            <p:custDataLst>
              <p:tags r:id="rId5"/>
            </p:custDataLst>
          </p:nvPr>
        </p:nvCxnSpPr>
        <p:spPr>
          <a:xfrm>
            <a:off x="6866255" y="5692775"/>
            <a:ext cx="473075" cy="473075"/>
          </a:xfrm>
          <a:prstGeom prst="line">
            <a:avLst/>
          </a:prstGeom>
          <a:gradFill flip="none" rotWithShape="1">
            <a:gsLst>
              <a:gs pos="0">
                <a:schemeClr val="accent1">
                  <a:alpha val="30000"/>
                </a:schemeClr>
              </a:gs>
              <a:gs pos="43000">
                <a:schemeClr val="accent1">
                  <a:alpha val="16000"/>
                </a:schemeClr>
              </a:gs>
              <a:gs pos="100000">
                <a:schemeClr val="accent1">
                  <a:alpha val="0"/>
                </a:schemeClr>
              </a:gs>
            </a:gsLst>
            <a:path path="circle">
              <a:fillToRect l="100000" t="100000"/>
            </a:path>
            <a:tileRect r="-100000" b="-100000"/>
          </a:gradFill>
          <a:ln w="6350">
            <a:solidFill>
              <a:schemeClr val="accent2"/>
            </a:solidFill>
            <a:round/>
          </a:ln>
          <a:effectLst>
            <a:outerShdw blurRad="177800" algn="ctr" rotWithShape="0">
              <a:srgbClr val="65B4D5">
                <a:alpha val="89000"/>
              </a:srgb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55" name="直接连接符 54"/>
          <p:cNvCxnSpPr/>
          <p:nvPr>
            <p:custDataLst>
              <p:tags r:id="rId6"/>
            </p:custDataLst>
          </p:nvPr>
        </p:nvCxnSpPr>
        <p:spPr>
          <a:xfrm rot="16200000">
            <a:off x="10829925" y="2752725"/>
            <a:ext cx="1080135" cy="0"/>
          </a:xfrm>
          <a:prstGeom prst="line">
            <a:avLst/>
          </a:prstGeom>
          <a:gradFill flip="none" rotWithShape="1">
            <a:gsLst>
              <a:gs pos="0">
                <a:schemeClr val="accent1">
                  <a:alpha val="30000"/>
                </a:schemeClr>
              </a:gs>
              <a:gs pos="43000">
                <a:schemeClr val="accent1">
                  <a:alpha val="16000"/>
                </a:schemeClr>
              </a:gs>
              <a:gs pos="100000">
                <a:schemeClr val="accent1">
                  <a:alpha val="0"/>
                </a:schemeClr>
              </a:gs>
            </a:gsLst>
            <a:path path="circle">
              <a:fillToRect l="100000" t="100000"/>
            </a:path>
            <a:tileRect r="-100000" b="-100000"/>
          </a:gradFill>
          <a:ln w="6350" cap="sq">
            <a:solidFill>
              <a:schemeClr val="accent2"/>
            </a:solidFill>
            <a:bevel/>
          </a:ln>
          <a:effectLst>
            <a:outerShdw blurRad="177800" algn="ctr" rotWithShape="0">
              <a:srgbClr val="65B4D5">
                <a:alpha val="89000"/>
              </a:srgbClr>
            </a:outerShdw>
          </a:effectLst>
        </p:spPr>
        <p:style>
          <a:lnRef idx="2">
            <a:schemeClr val="accent1">
              <a:shade val="50000"/>
            </a:schemeClr>
          </a:lnRef>
          <a:fillRef idx="1">
            <a:schemeClr val="accent1"/>
          </a:fillRef>
          <a:effectRef idx="0">
            <a:schemeClr val="accent1"/>
          </a:effectRef>
          <a:fontRef idx="minor">
            <a:schemeClr val="lt1"/>
          </a:fontRef>
        </p:style>
      </p:cxnSp>
      <p:cxnSp>
        <p:nvCxnSpPr>
          <p:cNvPr id="3" name="直接连接符 2"/>
          <p:cNvCxnSpPr/>
          <p:nvPr>
            <p:custDataLst>
              <p:tags r:id="rId7"/>
            </p:custDataLst>
          </p:nvPr>
        </p:nvCxnSpPr>
        <p:spPr>
          <a:xfrm flipH="1" flipV="1">
            <a:off x="10905490" y="1743710"/>
            <a:ext cx="464185" cy="464820"/>
          </a:xfrm>
          <a:prstGeom prst="line">
            <a:avLst/>
          </a:prstGeom>
          <a:gradFill flip="none" rotWithShape="1">
            <a:gsLst>
              <a:gs pos="0">
                <a:schemeClr val="accent1">
                  <a:alpha val="30000"/>
                </a:schemeClr>
              </a:gs>
              <a:gs pos="43000">
                <a:schemeClr val="accent1">
                  <a:alpha val="16000"/>
                </a:schemeClr>
              </a:gs>
              <a:gs pos="100000">
                <a:schemeClr val="accent1">
                  <a:alpha val="0"/>
                </a:schemeClr>
              </a:gs>
            </a:gsLst>
            <a:path path="circle">
              <a:fillToRect l="100000" t="100000"/>
            </a:path>
            <a:tileRect r="-100000" b="-100000"/>
          </a:gradFill>
          <a:ln w="6350" cap="sq">
            <a:solidFill>
              <a:schemeClr val="accent2"/>
            </a:solidFill>
            <a:bevel/>
          </a:ln>
          <a:effectLst>
            <a:outerShdw blurRad="177800" algn="ctr" rotWithShape="0">
              <a:srgbClr val="65B4D5">
                <a:alpha val="89000"/>
              </a:srgbClr>
            </a:outerShdw>
          </a:effectLst>
        </p:spPr>
        <p:style>
          <a:lnRef idx="2">
            <a:schemeClr val="accent1">
              <a:shade val="50000"/>
            </a:schemeClr>
          </a:lnRef>
          <a:fillRef idx="1">
            <a:schemeClr val="accent1"/>
          </a:fillRef>
          <a:effectRef idx="0">
            <a:schemeClr val="accent1"/>
          </a:effectRef>
          <a:fontRef idx="minor">
            <a:schemeClr val="lt1"/>
          </a:fontRef>
        </p:style>
      </p:cxnSp>
      <p:sp>
        <p:nvSpPr>
          <p:cNvPr id="5" name="任意多边形: 形状 184"/>
          <p:cNvSpPr/>
          <p:nvPr>
            <p:custDataLst>
              <p:tags r:id="rId8"/>
            </p:custDataLst>
          </p:nvPr>
        </p:nvSpPr>
        <p:spPr>
          <a:xfrm flipH="1">
            <a:off x="6978650" y="1722120"/>
            <a:ext cx="972000" cy="36000"/>
          </a:xfrm>
          <a:custGeom>
            <a:avLst/>
            <a:gdLst>
              <a:gd name="connsiteX0" fmla="*/ 0 w 757056"/>
              <a:gd name="connsiteY0" fmla="*/ 0 h 126654"/>
              <a:gd name="connsiteX1" fmla="*/ 696817 w 757056"/>
              <a:gd name="connsiteY1" fmla="*/ 0 h 126654"/>
              <a:gd name="connsiteX2" fmla="*/ 757056 w 757056"/>
              <a:gd name="connsiteY2" fmla="*/ 126654 h 126654"/>
              <a:gd name="connsiteX3" fmla="*/ 0 w 757056"/>
              <a:gd name="connsiteY3" fmla="*/ 126654 h 126654"/>
            </a:gdLst>
            <a:ahLst/>
            <a:cxnLst>
              <a:cxn ang="0">
                <a:pos x="connsiteX0" y="connsiteY0"/>
              </a:cxn>
              <a:cxn ang="0">
                <a:pos x="connsiteX1" y="connsiteY1"/>
              </a:cxn>
              <a:cxn ang="0">
                <a:pos x="connsiteX2" y="connsiteY2"/>
              </a:cxn>
              <a:cxn ang="0">
                <a:pos x="connsiteX3" y="connsiteY3"/>
              </a:cxn>
            </a:cxnLst>
            <a:rect l="l" t="t" r="r" b="b"/>
            <a:pathLst>
              <a:path w="757056" h="126654">
                <a:moveTo>
                  <a:pt x="0" y="0"/>
                </a:moveTo>
                <a:lnTo>
                  <a:pt x="696817" y="0"/>
                </a:lnTo>
                <a:lnTo>
                  <a:pt x="757056" y="126654"/>
                </a:lnTo>
                <a:lnTo>
                  <a:pt x="0" y="12665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60" name="任意多边形: 形状 184"/>
          <p:cNvSpPr/>
          <p:nvPr>
            <p:custDataLst>
              <p:tags r:id="rId9"/>
            </p:custDataLst>
          </p:nvPr>
        </p:nvSpPr>
        <p:spPr>
          <a:xfrm flipH="1" flipV="1">
            <a:off x="10293350" y="6121400"/>
            <a:ext cx="972000" cy="36000"/>
          </a:xfrm>
          <a:custGeom>
            <a:avLst/>
            <a:gdLst>
              <a:gd name="connsiteX0" fmla="*/ 0 w 757056"/>
              <a:gd name="connsiteY0" fmla="*/ 0 h 126654"/>
              <a:gd name="connsiteX1" fmla="*/ 696817 w 757056"/>
              <a:gd name="connsiteY1" fmla="*/ 0 h 126654"/>
              <a:gd name="connsiteX2" fmla="*/ 757056 w 757056"/>
              <a:gd name="connsiteY2" fmla="*/ 126654 h 126654"/>
              <a:gd name="connsiteX3" fmla="*/ 0 w 757056"/>
              <a:gd name="connsiteY3" fmla="*/ 126654 h 126654"/>
            </a:gdLst>
            <a:ahLst/>
            <a:cxnLst>
              <a:cxn ang="0">
                <a:pos x="connsiteX0" y="connsiteY0"/>
              </a:cxn>
              <a:cxn ang="0">
                <a:pos x="connsiteX1" y="connsiteY1"/>
              </a:cxn>
              <a:cxn ang="0">
                <a:pos x="connsiteX2" y="connsiteY2"/>
              </a:cxn>
              <a:cxn ang="0">
                <a:pos x="connsiteX3" y="connsiteY3"/>
              </a:cxn>
            </a:cxnLst>
            <a:rect l="l" t="t" r="r" b="b"/>
            <a:pathLst>
              <a:path w="757056" h="126654">
                <a:moveTo>
                  <a:pt x="0" y="0"/>
                </a:moveTo>
                <a:lnTo>
                  <a:pt x="696817" y="0"/>
                </a:lnTo>
                <a:lnTo>
                  <a:pt x="757056" y="126654"/>
                </a:lnTo>
                <a:lnTo>
                  <a:pt x="0" y="12665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MiSans Normal" panose="00000500000000000000" charset="-122"/>
              <a:ea typeface="MiSans Normal" panose="00000500000000000000" charset="-122"/>
              <a:sym typeface="MiSans Normal" panose="00000500000000000000" charset="-122"/>
            </a:endParaRPr>
          </a:p>
        </p:txBody>
      </p:sp>
      <p:sp>
        <p:nvSpPr>
          <p:cNvPr id="6" name="边界"/>
          <p:cNvSpPr/>
          <p:nvPr>
            <p:custDataLst>
              <p:tags r:id="rId10"/>
            </p:custDataLst>
          </p:nvPr>
        </p:nvSpPr>
        <p:spPr>
          <a:xfrm>
            <a:off x="734668" y="1508394"/>
            <a:ext cx="5348205" cy="4716165"/>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78" name="任意多边形: 形状 21"/>
          <p:cNvSpPr/>
          <p:nvPr>
            <p:custDataLst>
              <p:tags r:id="rId11"/>
            </p:custDataLst>
          </p:nvPr>
        </p:nvSpPr>
        <p:spPr>
          <a:xfrm>
            <a:off x="734668" y="1512980"/>
            <a:ext cx="5349005" cy="694421"/>
          </a:xfrm>
          <a:prstGeom prst="roundRect">
            <a:avLst>
              <a:gd name="adj" fmla="val 9633"/>
            </a:avLst>
          </a:prstGeom>
          <a:solidFill>
            <a:schemeClr val="accent1">
              <a:lumMod val="40000"/>
              <a:lumOff val="60000"/>
              <a:alpha val="15000"/>
            </a:schemeClr>
          </a:solidFill>
          <a:ln w="50800" cap="flat">
            <a:noFill/>
            <a:prstDash val="solid"/>
            <a:miter/>
          </a:ln>
          <a:effectLst/>
        </p:spPr>
        <p:txBody>
          <a:bodyPr rot="0" spcFirstLastPara="0" vertOverflow="overflow" horzOverflow="overflow" vert="horz" wrap="square" lIns="252095" tIns="0" rIns="252095" bIns="3619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fontAlgn="auto">
              <a:lnSpc>
                <a:spcPct val="130000"/>
              </a:lnSpc>
            </a:pPr>
            <a:r>
              <a:rPr lang="zh-CN" altLang="en-US" sz="1200">
                <a:solidFill>
                  <a:schemeClr val="tx1"/>
                </a:solidFill>
                <a:effectLst/>
                <a:sym typeface="+mn-ea"/>
              </a:rPr>
              <a:t>视觉分析</a:t>
            </a:r>
            <a:r>
              <a:rPr lang="en-US" altLang="zh-CN" sz="1200">
                <a:solidFill>
                  <a:schemeClr val="tx1"/>
                </a:solidFill>
                <a:effectLst/>
                <a:sym typeface="+mn-ea"/>
              </a:rPr>
              <a:t>(</a:t>
            </a:r>
            <a:r>
              <a:rPr lang="zh-CN" altLang="en-US" sz="1200">
                <a:solidFill>
                  <a:schemeClr val="tx1"/>
                </a:solidFill>
                <a:effectLst/>
                <a:sym typeface="+mn-ea"/>
              </a:rPr>
              <a:t>如有图片</a:t>
            </a:r>
            <a:r>
              <a:rPr lang="en-US" altLang="zh-CN" sz="1200">
                <a:solidFill>
                  <a:schemeClr val="tx1"/>
                </a:solidFill>
                <a:effectLst/>
                <a:sym typeface="+mn-ea"/>
              </a:rPr>
              <a:t>)→ Qwen3-VL </a:t>
            </a:r>
            <a:r>
              <a:rPr lang="zh-CN" altLang="en-US" sz="1200">
                <a:solidFill>
                  <a:schemeClr val="tx1"/>
                </a:solidFill>
                <a:effectLst/>
                <a:sym typeface="+mn-ea"/>
              </a:rPr>
              <a:t>生成描述</a:t>
            </a:r>
            <a:endParaRPr lang="zh-CN" altLang="en-US" sz="1200">
              <a:solidFill>
                <a:schemeClr val="tx1"/>
              </a:solidFill>
              <a:effectLst/>
              <a:sym typeface="+mn-ea"/>
            </a:endParaRPr>
          </a:p>
        </p:txBody>
      </p:sp>
      <p:sp>
        <p:nvSpPr>
          <p:cNvPr id="7" name="任意多边形: 形状 21"/>
          <p:cNvSpPr/>
          <p:nvPr>
            <p:custDataLst>
              <p:tags r:id="rId12"/>
            </p:custDataLst>
          </p:nvPr>
        </p:nvSpPr>
        <p:spPr>
          <a:xfrm>
            <a:off x="734668" y="5528828"/>
            <a:ext cx="5349005" cy="694421"/>
          </a:xfrm>
          <a:prstGeom prst="roundRect">
            <a:avLst>
              <a:gd name="adj" fmla="val 9633"/>
            </a:avLst>
          </a:prstGeom>
          <a:solidFill>
            <a:schemeClr val="accent6">
              <a:lumMod val="40000"/>
              <a:lumOff val="60000"/>
              <a:alpha val="15000"/>
            </a:schemeClr>
          </a:solidFill>
          <a:ln w="50800" cap="flat">
            <a:noFill/>
            <a:prstDash val="solid"/>
            <a:miter/>
          </a:ln>
          <a:effectLst/>
        </p:spPr>
        <p:txBody>
          <a:bodyPr rot="0" spcFirstLastPara="0" vertOverflow="overflow" horzOverflow="overflow" vert="horz" wrap="square" lIns="252095" tIns="0" rIns="252095" bIns="3619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zh-CN" altLang="en-US" sz="1200">
                <a:solidFill>
                  <a:schemeClr val="tx1"/>
                </a:solidFill>
                <a:effectLst/>
                <a:sym typeface="+mn-ea"/>
              </a:rPr>
              <a:t>文本模型生成答案</a:t>
            </a:r>
            <a:r>
              <a:rPr lang="en-US" altLang="zh-CN" sz="1200">
                <a:solidFill>
                  <a:schemeClr val="tx1"/>
                </a:solidFill>
                <a:effectLst/>
                <a:sym typeface="+mn-ea"/>
              </a:rPr>
              <a:t> → DeepSeek-V3.2</a:t>
            </a:r>
            <a:endParaRPr lang="en-US" altLang="zh-CN" sz="1200">
              <a:solidFill>
                <a:schemeClr val="tx1"/>
              </a:solidFill>
              <a:effectLst/>
              <a:sym typeface="+mn-ea"/>
            </a:endParaRPr>
          </a:p>
        </p:txBody>
      </p:sp>
      <p:sp>
        <p:nvSpPr>
          <p:cNvPr id="11" name="任意多边形: 形状 21"/>
          <p:cNvSpPr/>
          <p:nvPr>
            <p:custDataLst>
              <p:tags r:id="rId13"/>
            </p:custDataLst>
          </p:nvPr>
        </p:nvSpPr>
        <p:spPr>
          <a:xfrm>
            <a:off x="734668" y="2316150"/>
            <a:ext cx="5349005" cy="694421"/>
          </a:xfrm>
          <a:prstGeom prst="roundRect">
            <a:avLst>
              <a:gd name="adj" fmla="val 9633"/>
            </a:avLst>
          </a:prstGeom>
          <a:solidFill>
            <a:schemeClr val="accent2">
              <a:lumMod val="40000"/>
              <a:lumOff val="60000"/>
              <a:alpha val="15000"/>
            </a:schemeClr>
          </a:solidFill>
          <a:ln w="50800" cap="flat">
            <a:noFill/>
            <a:prstDash val="solid"/>
            <a:miter/>
          </a:ln>
          <a:effectLst/>
        </p:spPr>
        <p:txBody>
          <a:bodyPr rot="0" spcFirstLastPara="0" vertOverflow="overflow" horzOverflow="overflow" vert="horz" wrap="square" lIns="252095" tIns="0" rIns="252095" bIns="3619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en-US" altLang="en-US" sz="1200">
                <a:solidFill>
                  <a:schemeClr val="tx1"/>
                </a:solidFill>
                <a:effectLst/>
                <a:sym typeface="+mn-ea"/>
              </a:rPr>
              <a:t>RAG </a:t>
            </a:r>
            <a:r>
              <a:rPr lang="zh-CN" altLang="en-US" sz="1200">
                <a:solidFill>
                  <a:schemeClr val="tx1"/>
                </a:solidFill>
                <a:effectLst/>
                <a:sym typeface="+mn-ea"/>
              </a:rPr>
              <a:t>检索</a:t>
            </a:r>
            <a:r>
              <a:rPr lang="en-US" altLang="zh-CN" sz="1200">
                <a:solidFill>
                  <a:schemeClr val="tx1"/>
                </a:solidFill>
                <a:effectLst/>
                <a:sym typeface="+mn-ea"/>
              </a:rPr>
              <a:t>(</a:t>
            </a:r>
            <a:r>
              <a:rPr lang="zh-CN" altLang="en-US" sz="1200">
                <a:solidFill>
                  <a:schemeClr val="tx1"/>
                </a:solidFill>
                <a:effectLst/>
                <a:sym typeface="+mn-ea"/>
              </a:rPr>
              <a:t>优先精炼向量库</a:t>
            </a:r>
            <a:r>
              <a:rPr lang="en-US" altLang="zh-CN" sz="1200">
                <a:solidFill>
                  <a:schemeClr val="tx1"/>
                </a:solidFill>
                <a:effectLst/>
                <a:sym typeface="+mn-ea"/>
              </a:rPr>
              <a:t>)→ </a:t>
            </a:r>
            <a:r>
              <a:rPr lang="zh-CN" altLang="en-US" sz="1200">
                <a:solidFill>
                  <a:schemeClr val="tx1"/>
                </a:solidFill>
                <a:effectLst/>
                <a:sym typeface="+mn-ea"/>
              </a:rPr>
              <a:t>获取相关知识</a:t>
            </a:r>
            <a:endParaRPr lang="zh-CN" altLang="en-US" sz="1200">
              <a:solidFill>
                <a:schemeClr val="tx1"/>
              </a:solidFill>
              <a:effectLst/>
              <a:sym typeface="+mn-ea"/>
            </a:endParaRPr>
          </a:p>
        </p:txBody>
      </p:sp>
      <p:sp>
        <p:nvSpPr>
          <p:cNvPr id="12" name="任意多边形: 形状 21"/>
          <p:cNvSpPr/>
          <p:nvPr>
            <p:custDataLst>
              <p:tags r:id="rId14"/>
            </p:custDataLst>
          </p:nvPr>
        </p:nvSpPr>
        <p:spPr>
          <a:xfrm>
            <a:off x="734668" y="3922489"/>
            <a:ext cx="5349005" cy="694421"/>
          </a:xfrm>
          <a:prstGeom prst="roundRect">
            <a:avLst>
              <a:gd name="adj" fmla="val 9633"/>
            </a:avLst>
          </a:prstGeom>
          <a:solidFill>
            <a:schemeClr val="accent4">
              <a:lumMod val="40000"/>
              <a:lumOff val="60000"/>
              <a:alpha val="15000"/>
            </a:schemeClr>
          </a:solidFill>
          <a:ln w="50800" cap="flat">
            <a:noFill/>
            <a:prstDash val="solid"/>
            <a:miter/>
          </a:ln>
          <a:effectLst/>
        </p:spPr>
        <p:txBody>
          <a:bodyPr rot="0" spcFirstLastPara="0" vertOverflow="overflow" horzOverflow="overflow" vert="horz" wrap="square" lIns="252095" tIns="0" rIns="252095" bIns="3619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zh-CN" altLang="en-US" sz="1200">
                <a:solidFill>
                  <a:schemeClr val="tx1"/>
                </a:solidFill>
                <a:effectLst/>
                <a:sym typeface="+mn-ea"/>
              </a:rPr>
              <a:t>语言检测</a:t>
            </a:r>
            <a:r>
              <a:rPr lang="en-US" altLang="zh-CN" sz="1200">
                <a:solidFill>
                  <a:schemeClr val="tx1"/>
                </a:solidFill>
                <a:effectLst/>
                <a:sym typeface="+mn-ea"/>
              </a:rPr>
              <a:t> → </a:t>
            </a:r>
            <a:r>
              <a:rPr lang="zh-CN" altLang="en-US" sz="1200">
                <a:solidFill>
                  <a:schemeClr val="tx1"/>
                </a:solidFill>
                <a:effectLst/>
                <a:sym typeface="+mn-ea"/>
              </a:rPr>
              <a:t>中文</a:t>
            </a:r>
            <a:r>
              <a:rPr lang="en-US" altLang="zh-CN" sz="1200">
                <a:solidFill>
                  <a:schemeClr val="tx1"/>
                </a:solidFill>
                <a:effectLst/>
                <a:sym typeface="+mn-ea"/>
              </a:rPr>
              <a:t> / </a:t>
            </a:r>
            <a:r>
              <a:rPr lang="zh-CN" altLang="en-US" sz="1200">
                <a:solidFill>
                  <a:schemeClr val="tx1"/>
                </a:solidFill>
                <a:effectLst/>
                <a:sym typeface="+mn-ea"/>
              </a:rPr>
              <a:t>英文</a:t>
            </a:r>
            <a:endParaRPr lang="zh-CN" altLang="en-US" sz="1200">
              <a:solidFill>
                <a:schemeClr val="tx1"/>
              </a:solidFill>
              <a:effectLst/>
              <a:sym typeface="+mn-ea"/>
            </a:endParaRPr>
          </a:p>
        </p:txBody>
      </p:sp>
      <p:sp>
        <p:nvSpPr>
          <p:cNvPr id="13" name="任意多边形: 形状 21"/>
          <p:cNvSpPr/>
          <p:nvPr>
            <p:custDataLst>
              <p:tags r:id="rId15"/>
            </p:custDataLst>
          </p:nvPr>
        </p:nvSpPr>
        <p:spPr>
          <a:xfrm>
            <a:off x="734668" y="3119319"/>
            <a:ext cx="5349005" cy="694421"/>
          </a:xfrm>
          <a:prstGeom prst="roundRect">
            <a:avLst>
              <a:gd name="adj" fmla="val 9633"/>
            </a:avLst>
          </a:prstGeom>
          <a:solidFill>
            <a:schemeClr val="accent3">
              <a:lumMod val="40000"/>
              <a:lumOff val="60000"/>
              <a:alpha val="15000"/>
            </a:schemeClr>
          </a:solidFill>
          <a:ln w="50800" cap="flat">
            <a:noFill/>
            <a:prstDash val="solid"/>
            <a:miter/>
          </a:ln>
          <a:effectLst/>
        </p:spPr>
        <p:txBody>
          <a:bodyPr rot="0" spcFirstLastPara="0" vertOverflow="overflow" horzOverflow="overflow" vert="horz" wrap="square" lIns="252095" tIns="0" rIns="252095" bIns="3619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zh-CN" altLang="en-US" sz="1200">
                <a:solidFill>
                  <a:schemeClr val="tx1"/>
                </a:solidFill>
                <a:effectLst/>
                <a:sym typeface="+mn-ea"/>
              </a:rPr>
              <a:t>问题类型检测</a:t>
            </a:r>
            <a:r>
              <a:rPr lang="en-US" altLang="zh-CN" sz="1200">
                <a:solidFill>
                  <a:schemeClr val="tx1"/>
                </a:solidFill>
                <a:effectLst/>
                <a:sym typeface="+mn-ea"/>
              </a:rPr>
              <a:t> → </a:t>
            </a:r>
            <a:r>
              <a:rPr lang="zh-CN" altLang="en-US" sz="1200">
                <a:solidFill>
                  <a:schemeClr val="tx1"/>
                </a:solidFill>
                <a:effectLst/>
                <a:sym typeface="+mn-ea"/>
              </a:rPr>
              <a:t>技术</a:t>
            </a:r>
            <a:r>
              <a:rPr lang="en-US" altLang="zh-CN" sz="1200">
                <a:solidFill>
                  <a:schemeClr val="tx1"/>
                </a:solidFill>
                <a:effectLst/>
                <a:sym typeface="+mn-ea"/>
              </a:rPr>
              <a:t> / </a:t>
            </a:r>
            <a:r>
              <a:rPr lang="zh-CN" altLang="en-US" sz="1200">
                <a:solidFill>
                  <a:schemeClr val="tx1"/>
                </a:solidFill>
                <a:effectLst/>
                <a:sym typeface="+mn-ea"/>
              </a:rPr>
              <a:t>配件</a:t>
            </a:r>
            <a:r>
              <a:rPr lang="en-US" altLang="zh-CN" sz="1200">
                <a:solidFill>
                  <a:schemeClr val="tx1"/>
                </a:solidFill>
                <a:effectLst/>
                <a:sym typeface="+mn-ea"/>
              </a:rPr>
              <a:t> / </a:t>
            </a:r>
            <a:r>
              <a:rPr lang="zh-CN" altLang="en-US" sz="1200">
                <a:solidFill>
                  <a:schemeClr val="tx1"/>
                </a:solidFill>
                <a:effectLst/>
                <a:sym typeface="+mn-ea"/>
              </a:rPr>
              <a:t>物流</a:t>
            </a:r>
            <a:r>
              <a:rPr lang="en-US" altLang="zh-CN" sz="1200">
                <a:solidFill>
                  <a:schemeClr val="tx1"/>
                </a:solidFill>
                <a:effectLst/>
                <a:sym typeface="+mn-ea"/>
              </a:rPr>
              <a:t> / </a:t>
            </a:r>
            <a:r>
              <a:rPr lang="zh-CN" altLang="en-US" sz="1200">
                <a:solidFill>
                  <a:schemeClr val="tx1"/>
                </a:solidFill>
                <a:effectLst/>
                <a:sym typeface="+mn-ea"/>
              </a:rPr>
              <a:t>售后</a:t>
            </a:r>
            <a:r>
              <a:rPr lang="en-US" altLang="zh-CN" sz="1200">
                <a:solidFill>
                  <a:schemeClr val="tx1"/>
                </a:solidFill>
                <a:effectLst/>
                <a:sym typeface="+mn-ea"/>
              </a:rPr>
              <a:t> / </a:t>
            </a:r>
            <a:r>
              <a:rPr lang="zh-CN" altLang="en-US" sz="1200">
                <a:solidFill>
                  <a:schemeClr val="tx1"/>
                </a:solidFill>
                <a:effectLst/>
                <a:sym typeface="+mn-ea"/>
              </a:rPr>
              <a:t>通用</a:t>
            </a:r>
            <a:endParaRPr lang="zh-CN" altLang="en-US" sz="1200">
              <a:solidFill>
                <a:schemeClr val="tx1"/>
              </a:solidFill>
              <a:effectLst/>
              <a:sym typeface="+mn-ea"/>
            </a:endParaRPr>
          </a:p>
        </p:txBody>
      </p:sp>
      <p:sp>
        <p:nvSpPr>
          <p:cNvPr id="21" name="任意多边形: 形状 21"/>
          <p:cNvSpPr/>
          <p:nvPr>
            <p:custDataLst>
              <p:tags r:id="rId16"/>
            </p:custDataLst>
          </p:nvPr>
        </p:nvSpPr>
        <p:spPr>
          <a:xfrm>
            <a:off x="734668" y="4725658"/>
            <a:ext cx="5349005" cy="694421"/>
          </a:xfrm>
          <a:prstGeom prst="roundRect">
            <a:avLst>
              <a:gd name="adj" fmla="val 9633"/>
            </a:avLst>
          </a:prstGeom>
          <a:solidFill>
            <a:schemeClr val="accent5">
              <a:lumMod val="40000"/>
              <a:lumOff val="60000"/>
              <a:alpha val="15000"/>
            </a:schemeClr>
          </a:solidFill>
          <a:ln w="50800" cap="flat">
            <a:noFill/>
            <a:prstDash val="solid"/>
            <a:miter/>
          </a:ln>
          <a:effectLst/>
        </p:spPr>
        <p:txBody>
          <a:bodyPr rot="0" spcFirstLastPara="0" vertOverflow="overflow" horzOverflow="overflow" vert="horz" wrap="square" lIns="252095" tIns="0" rIns="252095" bIns="36195"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30000"/>
              </a:lnSpc>
              <a:buClrTx/>
              <a:buSzTx/>
              <a:buFontTx/>
            </a:pPr>
            <a:r>
              <a:rPr lang="zh-CN" altLang="en-US" sz="1200">
                <a:solidFill>
                  <a:schemeClr val="tx1"/>
                </a:solidFill>
                <a:effectLst/>
                <a:sym typeface="+mn-ea"/>
              </a:rPr>
              <a:t>动态构建</a:t>
            </a:r>
            <a:r>
              <a:rPr lang="en-US" altLang="zh-CN" sz="1200">
                <a:solidFill>
                  <a:schemeClr val="tx1"/>
                </a:solidFill>
                <a:effectLst/>
                <a:sym typeface="+mn-ea"/>
              </a:rPr>
              <a:t> System Prompt → </a:t>
            </a:r>
            <a:r>
              <a:rPr lang="zh-CN" altLang="en-US" sz="1200">
                <a:solidFill>
                  <a:schemeClr val="tx1"/>
                </a:solidFill>
                <a:effectLst/>
                <a:sym typeface="+mn-ea"/>
              </a:rPr>
              <a:t>匹配问题类型和语言</a:t>
            </a:r>
            <a:endParaRPr lang="zh-CN" altLang="en-US" sz="1200">
              <a:solidFill>
                <a:schemeClr val="tx1"/>
              </a:solidFill>
              <a:effectLst/>
              <a:sym typeface="+mn-ea"/>
            </a:endParaRPr>
          </a:p>
        </p:txBody>
      </p:sp>
    </p:spTree>
    <p:custDataLst>
      <p:tags r:id="rId17"/>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custDataLst>
              <p:tags r:id="rId1"/>
            </p:custDataLst>
          </p:nvPr>
        </p:nvSpPr>
        <p:spPr/>
        <p:txBody>
          <a:bodyPr/>
          <a:lstStyle/>
          <a:p>
            <a:pPr lvl="0"/>
            <a:r>
              <a:rPr lang="zh-CN" altLang="en-US"/>
              <a:t>三、测试题库样本</a:t>
            </a:r>
            <a:endParaRPr lang="zh-CN" altLang="en-US"/>
          </a:p>
        </p:txBody>
      </p:sp>
      <p:sp>
        <p:nvSpPr>
          <p:cNvPr id="8" name="矩形: 圆角 1"/>
          <p:cNvSpPr/>
          <p:nvPr>
            <p:custDataLst>
              <p:tags r:id="rId2"/>
            </p:custDataLst>
          </p:nvPr>
        </p:nvSpPr>
        <p:spPr>
          <a:xfrm flipH="1">
            <a:off x="5180594" y="4551630"/>
            <a:ext cx="1830946" cy="1830946"/>
          </a:xfrm>
          <a:prstGeom prst="roundRect">
            <a:avLst>
              <a:gd name="adj" fmla="val 17214"/>
            </a:avLst>
          </a:prstGeom>
          <a:gradFill flip="none" rotWithShape="0">
            <a:gsLst>
              <a:gs pos="100000">
                <a:schemeClr val="accent6">
                  <a:lumMod val="20000"/>
                  <a:lumOff val="80000"/>
                  <a:alpha val="0"/>
                </a:schemeClr>
              </a:gs>
              <a:gs pos="30000">
                <a:schemeClr val="accent6">
                  <a:lumMod val="60000"/>
                  <a:lumOff val="40000"/>
                  <a:alpha val="20000"/>
                </a:schemeClr>
              </a:gs>
            </a:gsLst>
            <a:lin ang="18900000" scaled="0"/>
            <a:tileRect/>
          </a:gradFill>
          <a:ln w="34925">
            <a:gradFill flip="none" rotWithShape="1">
              <a:gsLst>
                <a:gs pos="55000">
                  <a:schemeClr val="accent6">
                    <a:alpha val="0"/>
                  </a:schemeClr>
                </a:gs>
                <a:gs pos="100000">
                  <a:schemeClr val="accent6">
                    <a:alpha val="100000"/>
                  </a:schemeClr>
                </a:gs>
              </a:gsLst>
              <a:lin ang="2700000" scaled="1"/>
              <a:tileRect/>
            </a:gradFill>
          </a:ln>
          <a:effectLst>
            <a:outerShdw blurRad="152400" dist="304800" dir="8700000" algn="t" rotWithShape="0">
              <a:schemeClr val="accent6">
                <a:alpha val="29000"/>
              </a:schemeClr>
            </a:outerShdw>
          </a:effectLst>
          <a:scene3d>
            <a:camera prst="isometricTopUp"/>
            <a:lightRig rig="threePt" dir="t"/>
          </a:scene3d>
          <a:sp3d prstMaterial="metal">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 name="Freeform 488"/>
          <p:cNvSpPr/>
          <p:nvPr>
            <p:custDataLst>
              <p:tags r:id="rId3"/>
            </p:custDataLst>
          </p:nvPr>
        </p:nvSpPr>
        <p:spPr>
          <a:xfrm>
            <a:off x="6998070" y="5191112"/>
            <a:ext cx="550016" cy="628112"/>
          </a:xfrm>
          <a:custGeom>
            <a:avLst/>
            <a:gdLst>
              <a:gd name="connsiteX0" fmla="*/ 534844 w 1166285"/>
              <a:gd name="connsiteY0" fmla="*/ 11393 h 1315046"/>
              <a:gd name="connsiteX1" fmla="*/ 59701 w 1166285"/>
              <a:gd name="connsiteY1" fmla="*/ 248964 h 1315046"/>
              <a:gd name="connsiteX2" fmla="*/ 0 w 1166285"/>
              <a:gd name="connsiteY2" fmla="*/ 345563 h 1315046"/>
              <a:gd name="connsiteX3" fmla="*/ 0 w 1166285"/>
              <a:gd name="connsiteY3" fmla="*/ 969484 h 1315046"/>
              <a:gd name="connsiteX4" fmla="*/ 59701 w 1166285"/>
              <a:gd name="connsiteY4" fmla="*/ 1066083 h 1315046"/>
              <a:gd name="connsiteX5" fmla="*/ 534844 w 1166285"/>
              <a:gd name="connsiteY5" fmla="*/ 1303654 h 1315046"/>
              <a:gd name="connsiteX6" fmla="*/ 631443 w 1166285"/>
              <a:gd name="connsiteY6" fmla="*/ 1303654 h 1315046"/>
              <a:gd name="connsiteX7" fmla="*/ 1106584 w 1166285"/>
              <a:gd name="connsiteY7" fmla="*/ 1066083 h 1315046"/>
              <a:gd name="connsiteX8" fmla="*/ 1166285 w 1166285"/>
              <a:gd name="connsiteY8" fmla="*/ 969484 h 1315046"/>
              <a:gd name="connsiteX9" fmla="*/ 1166285 w 1166285"/>
              <a:gd name="connsiteY9" fmla="*/ 345562 h 1315046"/>
              <a:gd name="connsiteX10" fmla="*/ 1106584 w 1166285"/>
              <a:gd name="connsiteY10" fmla="*/ 248964 h 1315046"/>
              <a:gd name="connsiteX11" fmla="*/ 631443 w 1166285"/>
              <a:gd name="connsiteY11" fmla="*/ 11393 h 1315046"/>
              <a:gd name="connsiteX12" fmla="*/ 534844 w 1166285"/>
              <a:gd name="connsiteY12" fmla="*/ 11393 h 13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6285" h="1315046">
                <a:moveTo>
                  <a:pt x="534844" y="11393"/>
                </a:moveTo>
                <a:lnTo>
                  <a:pt x="59701" y="248964"/>
                </a:lnTo>
                <a:cubicBezTo>
                  <a:pt x="23104" y="267263"/>
                  <a:pt x="0" y="304646"/>
                  <a:pt x="0" y="345563"/>
                </a:cubicBezTo>
                <a:lnTo>
                  <a:pt x="0" y="969484"/>
                </a:lnTo>
                <a:cubicBezTo>
                  <a:pt x="0" y="1010401"/>
                  <a:pt x="23104" y="1047784"/>
                  <a:pt x="59701" y="1066083"/>
                </a:cubicBezTo>
                <a:lnTo>
                  <a:pt x="534844" y="1303654"/>
                </a:lnTo>
                <a:cubicBezTo>
                  <a:pt x="565224" y="1318844"/>
                  <a:pt x="601062" y="1318844"/>
                  <a:pt x="631443" y="1303654"/>
                </a:cubicBezTo>
                <a:lnTo>
                  <a:pt x="1106584" y="1066083"/>
                </a:lnTo>
                <a:cubicBezTo>
                  <a:pt x="1143181" y="1047784"/>
                  <a:pt x="1166285" y="1010401"/>
                  <a:pt x="1166285" y="969484"/>
                </a:cubicBezTo>
                <a:lnTo>
                  <a:pt x="1166285" y="345562"/>
                </a:lnTo>
                <a:cubicBezTo>
                  <a:pt x="1166285" y="304646"/>
                  <a:pt x="1143181" y="267263"/>
                  <a:pt x="1106584" y="248964"/>
                </a:cubicBezTo>
                <a:lnTo>
                  <a:pt x="631443" y="11393"/>
                </a:lnTo>
                <a:cubicBezTo>
                  <a:pt x="601062" y="-3797"/>
                  <a:pt x="565224" y="-3797"/>
                  <a:pt x="534844" y="11393"/>
                </a:cubicBezTo>
              </a:path>
            </a:pathLst>
          </a:custGeom>
          <a:gradFill>
            <a:gsLst>
              <a:gs pos="0">
                <a:schemeClr val="accent6">
                  <a:lumMod val="60000"/>
                  <a:lumOff val="40000"/>
                  <a:alpha val="100000"/>
                </a:schemeClr>
              </a:gs>
              <a:gs pos="100000">
                <a:schemeClr val="accent6">
                  <a:alpha val="100000"/>
                </a:schemeClr>
              </a:gs>
            </a:gsLst>
            <a:lin ang="2700000" scaled="0"/>
          </a:gradFill>
          <a:ln w="9525" cap="flat">
            <a:noFill/>
            <a:prstDash val="solid"/>
            <a:miter/>
          </a:ln>
          <a:effectLst>
            <a:outerShdw blurRad="152400" dist="76200" dir="2700000" algn="tl" rotWithShape="0">
              <a:schemeClr val="accent6">
                <a:alpha val="20000"/>
              </a:schemeClr>
            </a:outerShdw>
          </a:effectLst>
        </p:spPr>
        <p:txBody>
          <a:bodyPr wrap="none" lIns="0" tIns="0" rIns="0" bIns="0" rtlCol="0" anchor="ctr">
            <a:normAutofit/>
          </a:bodyPr>
          <a:p>
            <a:pPr lvl="0" algn="ctr">
              <a:buClrTx/>
              <a:buSzTx/>
              <a:buFontTx/>
            </a:pPr>
            <a:r>
              <a:rPr lang="en-US" altLang="zh-CN" b="1" dirty="0">
                <a:solidFill>
                  <a:srgbClr val="FFFFFF"/>
                </a:solidFill>
                <a:latin typeface="+mn-ea"/>
                <a:sym typeface="+mn-ea"/>
              </a:rPr>
              <a:t>06</a:t>
            </a:r>
            <a:endParaRPr lang="en-US" altLang="zh-CN" b="1" dirty="0">
              <a:solidFill>
                <a:srgbClr val="FFFFFF"/>
              </a:solidFill>
              <a:latin typeface="+mn-ea"/>
              <a:sym typeface="+mn-ea"/>
            </a:endParaRPr>
          </a:p>
        </p:txBody>
      </p:sp>
      <p:cxnSp>
        <p:nvCxnSpPr>
          <p:cNvPr id="12" name="直接连接符 3"/>
          <p:cNvCxnSpPr/>
          <p:nvPr>
            <p:custDataLst>
              <p:tags r:id="rId4"/>
            </p:custDataLst>
          </p:nvPr>
        </p:nvCxnSpPr>
        <p:spPr>
          <a:xfrm flipH="1">
            <a:off x="7551823" y="5507996"/>
            <a:ext cx="792047" cy="0"/>
          </a:xfrm>
          <a:prstGeom prst="line">
            <a:avLst/>
          </a:prstGeom>
          <a:ln w="9525">
            <a:gradFill>
              <a:gsLst>
                <a:gs pos="0">
                  <a:schemeClr val="accent6">
                    <a:alpha val="100000"/>
                  </a:schemeClr>
                </a:gs>
                <a:gs pos="100000">
                  <a:schemeClr val="accent6">
                    <a:lumMod val="60000"/>
                    <a:lumOff val="40000"/>
                    <a:alpha val="100000"/>
                  </a:schemeClr>
                </a:gs>
              </a:gsLst>
              <a:lin ang="0" scaled="0"/>
            </a:gradFill>
            <a:headEnd type="oval"/>
          </a:ln>
        </p:spPr>
        <p:style>
          <a:lnRef idx="1">
            <a:schemeClr val="accent1"/>
          </a:lnRef>
          <a:fillRef idx="0">
            <a:schemeClr val="accent1"/>
          </a:fillRef>
          <a:effectRef idx="0">
            <a:schemeClr val="accent1"/>
          </a:effectRef>
          <a:fontRef idx="minor">
            <a:schemeClr val="tx1"/>
          </a:fontRef>
        </p:style>
      </p:cxnSp>
      <p:sp>
        <p:nvSpPr>
          <p:cNvPr id="39" name="矩形 38"/>
          <p:cNvSpPr/>
          <p:nvPr>
            <p:custDataLst>
              <p:tags r:id="rId5"/>
            </p:custDataLst>
          </p:nvPr>
        </p:nvSpPr>
        <p:spPr>
          <a:xfrm>
            <a:off x="8486598" y="5300974"/>
            <a:ext cx="3017062" cy="358161"/>
          </a:xfrm>
          <a:prstGeom prst="rect">
            <a:avLst/>
          </a:prstGeom>
          <a:noFill/>
        </p:spPr>
        <p:txBody>
          <a:bodyPr wrap="square" lIns="0" tIns="0" rIns="0" bIns="0" rtlCol="0" anchor="b">
            <a:noAutofit/>
          </a:bodyPr>
          <a:p>
            <a:pPr>
              <a:spcBef>
                <a:spcPct val="0"/>
              </a:spcBef>
              <a:spcAft>
                <a:spcPct val="0"/>
              </a:spcAft>
            </a:pPr>
            <a:r>
              <a:rPr lang="zh-CN" altLang="en-US" sz="2000" b="1" dirty="0">
                <a:solidFill>
                  <a:schemeClr val="accent6"/>
                </a:solidFill>
                <a:latin typeface="+mn-ea"/>
                <a:cs typeface="+mn-ea"/>
              </a:rPr>
              <a:t>主流程</a:t>
            </a:r>
            <a:endParaRPr lang="zh-CN" altLang="en-US" sz="2000" b="1" dirty="0">
              <a:solidFill>
                <a:schemeClr val="accent6"/>
              </a:solidFill>
              <a:latin typeface="+mn-ea"/>
              <a:cs typeface="+mn-ea"/>
            </a:endParaRPr>
          </a:p>
        </p:txBody>
      </p:sp>
      <p:sp>
        <p:nvSpPr>
          <p:cNvPr id="40" name="矩形 39"/>
          <p:cNvSpPr/>
          <p:nvPr>
            <p:custDataLst>
              <p:tags r:id="rId6"/>
            </p:custDataLst>
          </p:nvPr>
        </p:nvSpPr>
        <p:spPr>
          <a:xfrm>
            <a:off x="8486598" y="5670566"/>
            <a:ext cx="3016977" cy="583234"/>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400">
                <a:solidFill>
                  <a:schemeClr val="tx1">
                    <a:lumMod val="85000"/>
                    <a:lumOff val="15000"/>
                  </a:schemeClr>
                </a:solidFill>
                <a:latin typeface="+mn-ea"/>
                <a:cs typeface="+mn-ea"/>
              </a:rPr>
              <a:t>第</a:t>
            </a:r>
            <a:r>
              <a:rPr lang="en-US" altLang="zh-CN" sz="1400">
                <a:solidFill>
                  <a:schemeClr val="tx1">
                    <a:lumMod val="85000"/>
                    <a:lumOff val="15000"/>
                  </a:schemeClr>
                </a:solidFill>
                <a:latin typeface="+mn-ea"/>
                <a:cs typeface="+mn-ea"/>
              </a:rPr>
              <a:t>164-192</a:t>
            </a:r>
            <a:r>
              <a:rPr lang="zh-CN" altLang="en-US" sz="1400">
                <a:solidFill>
                  <a:schemeClr val="tx1">
                    <a:lumMod val="85000"/>
                    <a:lumOff val="15000"/>
                  </a:schemeClr>
                </a:solidFill>
                <a:latin typeface="+mn-ea"/>
                <a:cs typeface="+mn-ea"/>
              </a:rPr>
              <a:t>行</a:t>
            </a:r>
            <a:endParaRPr lang="zh-CN" altLang="en-US" sz="1400">
              <a:solidFill>
                <a:schemeClr val="tx1">
                  <a:lumMod val="85000"/>
                  <a:lumOff val="15000"/>
                </a:schemeClr>
              </a:solidFill>
              <a:latin typeface="+mn-ea"/>
              <a:cs typeface="+mn-ea"/>
            </a:endParaRPr>
          </a:p>
        </p:txBody>
      </p:sp>
      <p:sp>
        <p:nvSpPr>
          <p:cNvPr id="14" name="矩形: 圆角 10"/>
          <p:cNvSpPr/>
          <p:nvPr>
            <p:custDataLst>
              <p:tags r:id="rId7"/>
            </p:custDataLst>
          </p:nvPr>
        </p:nvSpPr>
        <p:spPr>
          <a:xfrm flipH="1">
            <a:off x="5180594" y="3982637"/>
            <a:ext cx="1830946" cy="1830946"/>
          </a:xfrm>
          <a:prstGeom prst="roundRect">
            <a:avLst>
              <a:gd name="adj" fmla="val 17214"/>
            </a:avLst>
          </a:prstGeom>
          <a:gradFill flip="none" rotWithShape="0">
            <a:gsLst>
              <a:gs pos="100000">
                <a:schemeClr val="accent5">
                  <a:lumMod val="20000"/>
                  <a:lumOff val="80000"/>
                  <a:alpha val="0"/>
                </a:schemeClr>
              </a:gs>
              <a:gs pos="30000">
                <a:schemeClr val="accent5">
                  <a:lumMod val="60000"/>
                  <a:lumOff val="40000"/>
                  <a:alpha val="20000"/>
                </a:schemeClr>
              </a:gs>
            </a:gsLst>
            <a:lin ang="18900000" scaled="0"/>
            <a:tileRect/>
          </a:gradFill>
          <a:ln w="34925">
            <a:gradFill flip="none" rotWithShape="1">
              <a:gsLst>
                <a:gs pos="55000">
                  <a:schemeClr val="accent5">
                    <a:alpha val="0"/>
                  </a:schemeClr>
                </a:gs>
                <a:gs pos="100000">
                  <a:schemeClr val="accent5">
                    <a:alpha val="40000"/>
                  </a:schemeClr>
                </a:gs>
              </a:gsLst>
              <a:lin ang="2700000" scaled="1"/>
              <a:tileRect/>
            </a:gradFill>
          </a:ln>
          <a:effectLst/>
          <a:scene3d>
            <a:camera prst="isometricTopUp"/>
            <a:lightRig rig="threePt" dir="t"/>
          </a:scene3d>
          <a:sp3d prstMaterial="metal">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16" name="Freeform 488"/>
          <p:cNvSpPr/>
          <p:nvPr>
            <p:custDataLst>
              <p:tags r:id="rId8"/>
            </p:custDataLst>
          </p:nvPr>
        </p:nvSpPr>
        <p:spPr>
          <a:xfrm>
            <a:off x="4614776" y="4613864"/>
            <a:ext cx="550016" cy="628112"/>
          </a:xfrm>
          <a:custGeom>
            <a:avLst/>
            <a:gdLst>
              <a:gd name="connsiteX0" fmla="*/ 534844 w 1166285"/>
              <a:gd name="connsiteY0" fmla="*/ 11393 h 1315046"/>
              <a:gd name="connsiteX1" fmla="*/ 59701 w 1166285"/>
              <a:gd name="connsiteY1" fmla="*/ 248964 h 1315046"/>
              <a:gd name="connsiteX2" fmla="*/ 0 w 1166285"/>
              <a:gd name="connsiteY2" fmla="*/ 345563 h 1315046"/>
              <a:gd name="connsiteX3" fmla="*/ 0 w 1166285"/>
              <a:gd name="connsiteY3" fmla="*/ 969484 h 1315046"/>
              <a:gd name="connsiteX4" fmla="*/ 59701 w 1166285"/>
              <a:gd name="connsiteY4" fmla="*/ 1066083 h 1315046"/>
              <a:gd name="connsiteX5" fmla="*/ 534844 w 1166285"/>
              <a:gd name="connsiteY5" fmla="*/ 1303654 h 1315046"/>
              <a:gd name="connsiteX6" fmla="*/ 631443 w 1166285"/>
              <a:gd name="connsiteY6" fmla="*/ 1303654 h 1315046"/>
              <a:gd name="connsiteX7" fmla="*/ 1106584 w 1166285"/>
              <a:gd name="connsiteY7" fmla="*/ 1066083 h 1315046"/>
              <a:gd name="connsiteX8" fmla="*/ 1166285 w 1166285"/>
              <a:gd name="connsiteY8" fmla="*/ 969484 h 1315046"/>
              <a:gd name="connsiteX9" fmla="*/ 1166285 w 1166285"/>
              <a:gd name="connsiteY9" fmla="*/ 345562 h 1315046"/>
              <a:gd name="connsiteX10" fmla="*/ 1106584 w 1166285"/>
              <a:gd name="connsiteY10" fmla="*/ 248964 h 1315046"/>
              <a:gd name="connsiteX11" fmla="*/ 631443 w 1166285"/>
              <a:gd name="connsiteY11" fmla="*/ 11393 h 1315046"/>
              <a:gd name="connsiteX12" fmla="*/ 534844 w 1166285"/>
              <a:gd name="connsiteY12" fmla="*/ 11393 h 13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6285" h="1315046">
                <a:moveTo>
                  <a:pt x="534844" y="11393"/>
                </a:moveTo>
                <a:lnTo>
                  <a:pt x="59701" y="248964"/>
                </a:lnTo>
                <a:cubicBezTo>
                  <a:pt x="23104" y="267263"/>
                  <a:pt x="0" y="304646"/>
                  <a:pt x="0" y="345563"/>
                </a:cubicBezTo>
                <a:lnTo>
                  <a:pt x="0" y="969484"/>
                </a:lnTo>
                <a:cubicBezTo>
                  <a:pt x="0" y="1010401"/>
                  <a:pt x="23104" y="1047784"/>
                  <a:pt x="59701" y="1066083"/>
                </a:cubicBezTo>
                <a:lnTo>
                  <a:pt x="534844" y="1303654"/>
                </a:lnTo>
                <a:cubicBezTo>
                  <a:pt x="565224" y="1318844"/>
                  <a:pt x="601062" y="1318844"/>
                  <a:pt x="631443" y="1303654"/>
                </a:cubicBezTo>
                <a:lnTo>
                  <a:pt x="1106584" y="1066083"/>
                </a:lnTo>
                <a:cubicBezTo>
                  <a:pt x="1143181" y="1047784"/>
                  <a:pt x="1166285" y="1010401"/>
                  <a:pt x="1166285" y="969484"/>
                </a:cubicBezTo>
                <a:lnTo>
                  <a:pt x="1166285" y="345562"/>
                </a:lnTo>
                <a:cubicBezTo>
                  <a:pt x="1166285" y="304646"/>
                  <a:pt x="1143181" y="267263"/>
                  <a:pt x="1106584" y="248964"/>
                </a:cubicBezTo>
                <a:lnTo>
                  <a:pt x="631443" y="11393"/>
                </a:lnTo>
                <a:cubicBezTo>
                  <a:pt x="601062" y="-3797"/>
                  <a:pt x="565224" y="-3797"/>
                  <a:pt x="534844" y="11393"/>
                </a:cubicBezTo>
              </a:path>
            </a:pathLst>
          </a:custGeom>
          <a:gradFill>
            <a:gsLst>
              <a:gs pos="0">
                <a:schemeClr val="accent5">
                  <a:lumMod val="60000"/>
                  <a:lumOff val="40000"/>
                  <a:alpha val="100000"/>
                </a:schemeClr>
              </a:gs>
              <a:gs pos="100000">
                <a:schemeClr val="accent5">
                  <a:alpha val="100000"/>
                </a:schemeClr>
              </a:gs>
            </a:gsLst>
            <a:lin ang="2700000" scaled="0"/>
          </a:gradFill>
          <a:ln w="9525" cap="flat">
            <a:noFill/>
            <a:prstDash val="solid"/>
            <a:miter/>
          </a:ln>
          <a:effectLst>
            <a:outerShdw blurRad="152400" dist="76200" dir="2700000" algn="tl" rotWithShape="0">
              <a:schemeClr val="accent5">
                <a:alpha val="20000"/>
              </a:schemeClr>
            </a:outerShdw>
          </a:effectLst>
        </p:spPr>
        <p:txBody>
          <a:bodyPr wrap="none" lIns="0" tIns="0" rIns="0" bIns="0" rtlCol="0" anchor="ctr">
            <a:normAutofit/>
          </a:bodyPr>
          <a:p>
            <a:pPr algn="ctr"/>
            <a:r>
              <a:rPr lang="en-US" altLang="zh-CN" b="1" dirty="0">
                <a:solidFill>
                  <a:srgbClr val="FFFFFF"/>
                </a:solidFill>
                <a:latin typeface="+mn-ea"/>
              </a:rPr>
              <a:t>05</a:t>
            </a:r>
            <a:endParaRPr lang="en-US" altLang="zh-CN" b="1" dirty="0">
              <a:solidFill>
                <a:srgbClr val="FFFFFF"/>
              </a:solidFill>
              <a:latin typeface="+mn-ea"/>
            </a:endParaRPr>
          </a:p>
        </p:txBody>
      </p:sp>
      <p:cxnSp>
        <p:nvCxnSpPr>
          <p:cNvPr id="17" name="直接连接符 14"/>
          <p:cNvCxnSpPr/>
          <p:nvPr>
            <p:custDataLst>
              <p:tags r:id="rId9"/>
            </p:custDataLst>
          </p:nvPr>
        </p:nvCxnSpPr>
        <p:spPr>
          <a:xfrm>
            <a:off x="3822884" y="4926937"/>
            <a:ext cx="792047" cy="0"/>
          </a:xfrm>
          <a:prstGeom prst="line">
            <a:avLst/>
          </a:prstGeom>
          <a:ln w="9525">
            <a:gradFill>
              <a:gsLst>
                <a:gs pos="0">
                  <a:schemeClr val="accent5">
                    <a:alpha val="100000"/>
                  </a:schemeClr>
                </a:gs>
                <a:gs pos="100000">
                  <a:schemeClr val="accent5">
                    <a:lumMod val="60000"/>
                    <a:lumOff val="40000"/>
                    <a:alpha val="100000"/>
                  </a:schemeClr>
                </a:gs>
              </a:gsLst>
              <a:lin ang="0" scaled="0"/>
            </a:gradFill>
            <a:headEnd type="oval"/>
          </a:ln>
        </p:spPr>
        <p:style>
          <a:lnRef idx="1">
            <a:schemeClr val="accent1"/>
          </a:lnRef>
          <a:fillRef idx="0">
            <a:schemeClr val="accent1"/>
          </a:fillRef>
          <a:effectRef idx="0">
            <a:schemeClr val="accent1"/>
          </a:effectRef>
          <a:fontRef idx="minor">
            <a:schemeClr val="tx1"/>
          </a:fontRef>
        </p:style>
      </p:cxnSp>
      <p:sp>
        <p:nvSpPr>
          <p:cNvPr id="43" name="矩形 42"/>
          <p:cNvSpPr/>
          <p:nvPr>
            <p:custDataLst>
              <p:tags r:id="rId10"/>
            </p:custDataLst>
          </p:nvPr>
        </p:nvSpPr>
        <p:spPr>
          <a:xfrm>
            <a:off x="688340" y="4736426"/>
            <a:ext cx="3017697" cy="371497"/>
          </a:xfrm>
          <a:prstGeom prst="rect">
            <a:avLst/>
          </a:prstGeom>
          <a:noFill/>
        </p:spPr>
        <p:txBody>
          <a:bodyPr wrap="square" lIns="0" tIns="0" rIns="0" bIns="0" rtlCol="0" anchor="b">
            <a:noAutofit/>
          </a:bodyPr>
          <a:p>
            <a:pPr algn="r">
              <a:spcBef>
                <a:spcPct val="0"/>
              </a:spcBef>
              <a:spcAft>
                <a:spcPct val="0"/>
              </a:spcAft>
            </a:pPr>
            <a:r>
              <a:rPr lang="zh-CN" altLang="en-US" sz="2000" b="1" dirty="0">
                <a:solidFill>
                  <a:schemeClr val="accent5"/>
                </a:solidFill>
                <a:latin typeface="+mn-ea"/>
                <a:cs typeface="+mn-ea"/>
              </a:rPr>
              <a:t>结果保存</a:t>
            </a:r>
            <a:endParaRPr lang="zh-CN" altLang="en-US" sz="2000" b="1" dirty="0">
              <a:solidFill>
                <a:schemeClr val="accent5"/>
              </a:solidFill>
              <a:latin typeface="+mn-ea"/>
              <a:cs typeface="+mn-ea"/>
            </a:endParaRPr>
          </a:p>
        </p:txBody>
      </p:sp>
      <p:sp>
        <p:nvSpPr>
          <p:cNvPr id="44" name="矩形 43"/>
          <p:cNvSpPr/>
          <p:nvPr>
            <p:custDataLst>
              <p:tags r:id="rId11"/>
            </p:custDataLst>
          </p:nvPr>
        </p:nvSpPr>
        <p:spPr>
          <a:xfrm>
            <a:off x="688340" y="5137769"/>
            <a:ext cx="3017697" cy="582964"/>
          </a:xfrm>
          <a:prstGeom prst="rect">
            <a:avLst/>
          </a:prstGeom>
          <a:noFill/>
        </p:spPr>
        <p:txBody>
          <a:bodyPr wrap="square" lIns="0" tIns="0" rIns="0" bIns="0" rtlCol="0" anchor="t" anchorCtr="0">
            <a:noAutofit/>
          </a:bodyPr>
          <a:p>
            <a:pPr algn="r">
              <a:lnSpc>
                <a:spcPct val="130000"/>
              </a:lnSpc>
              <a:spcBef>
                <a:spcPct val="0"/>
              </a:spcBef>
              <a:spcAft>
                <a:spcPct val="0"/>
              </a:spcAft>
            </a:pPr>
            <a:r>
              <a:rPr lang="zh-CN" altLang="en-US" sz="1400" dirty="0">
                <a:solidFill>
                  <a:schemeClr val="tx1">
                    <a:lumMod val="85000"/>
                    <a:lumOff val="15000"/>
                  </a:schemeClr>
                </a:solidFill>
                <a:latin typeface="+mn-ea"/>
                <a:cs typeface="+mn-ea"/>
                <a:sym typeface="+mn-ea"/>
              </a:rPr>
              <a:t>第</a:t>
            </a:r>
            <a:r>
              <a:rPr lang="en-US" altLang="zh-CN" sz="1400" dirty="0">
                <a:solidFill>
                  <a:schemeClr val="tx1">
                    <a:lumMod val="85000"/>
                    <a:lumOff val="15000"/>
                  </a:schemeClr>
                </a:solidFill>
                <a:latin typeface="+mn-ea"/>
                <a:cs typeface="+mn-ea"/>
                <a:sym typeface="+mn-ea"/>
              </a:rPr>
              <a:t>149-161</a:t>
            </a:r>
            <a:r>
              <a:rPr lang="zh-CN" altLang="en-US" sz="1400" dirty="0">
                <a:solidFill>
                  <a:schemeClr val="tx1">
                    <a:lumMod val="85000"/>
                    <a:lumOff val="15000"/>
                  </a:schemeClr>
                </a:solidFill>
                <a:latin typeface="+mn-ea"/>
                <a:cs typeface="+mn-ea"/>
                <a:sym typeface="+mn-ea"/>
              </a:rPr>
              <a:t>行</a:t>
            </a:r>
            <a:endParaRPr lang="zh-CN" altLang="en-US" sz="1400" dirty="0">
              <a:solidFill>
                <a:schemeClr val="tx1">
                  <a:lumMod val="85000"/>
                  <a:lumOff val="15000"/>
                </a:schemeClr>
              </a:solidFill>
              <a:latin typeface="+mn-ea"/>
              <a:cs typeface="+mn-ea"/>
              <a:sym typeface="+mn-ea"/>
            </a:endParaRPr>
          </a:p>
        </p:txBody>
      </p:sp>
      <p:sp>
        <p:nvSpPr>
          <p:cNvPr id="20" name="矩形: 圆角 4"/>
          <p:cNvSpPr/>
          <p:nvPr>
            <p:custDataLst>
              <p:tags r:id="rId12"/>
            </p:custDataLst>
          </p:nvPr>
        </p:nvSpPr>
        <p:spPr>
          <a:xfrm flipH="1">
            <a:off x="5180594" y="3445395"/>
            <a:ext cx="1830946" cy="1830946"/>
          </a:xfrm>
          <a:prstGeom prst="roundRect">
            <a:avLst>
              <a:gd name="adj" fmla="val 17214"/>
            </a:avLst>
          </a:prstGeom>
          <a:gradFill flip="none" rotWithShape="0">
            <a:gsLst>
              <a:gs pos="100000">
                <a:schemeClr val="accent4">
                  <a:lumMod val="20000"/>
                  <a:lumOff val="80000"/>
                  <a:alpha val="0"/>
                </a:schemeClr>
              </a:gs>
              <a:gs pos="30000">
                <a:schemeClr val="accent4">
                  <a:lumMod val="60000"/>
                  <a:lumOff val="40000"/>
                  <a:alpha val="20000"/>
                </a:schemeClr>
              </a:gs>
            </a:gsLst>
            <a:lin ang="18900000" scaled="0"/>
            <a:tileRect/>
          </a:gradFill>
          <a:ln w="34925">
            <a:gradFill flip="none" rotWithShape="1">
              <a:gsLst>
                <a:gs pos="55000">
                  <a:schemeClr val="accent4">
                    <a:alpha val="0"/>
                  </a:schemeClr>
                </a:gs>
                <a:gs pos="100000">
                  <a:schemeClr val="accent4">
                    <a:alpha val="100000"/>
                  </a:schemeClr>
                </a:gs>
              </a:gsLst>
              <a:lin ang="2700000" scaled="1"/>
              <a:tileRect/>
            </a:gradFill>
          </a:ln>
          <a:effectLst/>
          <a:scene3d>
            <a:camera prst="isometricTopUp"/>
            <a:lightRig rig="threePt" dir="t"/>
          </a:scene3d>
          <a:sp3d prstMaterial="metal">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23" name="Freeform 488"/>
          <p:cNvSpPr/>
          <p:nvPr>
            <p:custDataLst>
              <p:tags r:id="rId13"/>
            </p:custDataLst>
          </p:nvPr>
        </p:nvSpPr>
        <p:spPr>
          <a:xfrm>
            <a:off x="6998070" y="4084878"/>
            <a:ext cx="550016" cy="628112"/>
          </a:xfrm>
          <a:custGeom>
            <a:avLst/>
            <a:gdLst>
              <a:gd name="connsiteX0" fmla="*/ 534844 w 1166285"/>
              <a:gd name="connsiteY0" fmla="*/ 11393 h 1315046"/>
              <a:gd name="connsiteX1" fmla="*/ 59701 w 1166285"/>
              <a:gd name="connsiteY1" fmla="*/ 248964 h 1315046"/>
              <a:gd name="connsiteX2" fmla="*/ 0 w 1166285"/>
              <a:gd name="connsiteY2" fmla="*/ 345563 h 1315046"/>
              <a:gd name="connsiteX3" fmla="*/ 0 w 1166285"/>
              <a:gd name="connsiteY3" fmla="*/ 969484 h 1315046"/>
              <a:gd name="connsiteX4" fmla="*/ 59701 w 1166285"/>
              <a:gd name="connsiteY4" fmla="*/ 1066083 h 1315046"/>
              <a:gd name="connsiteX5" fmla="*/ 534844 w 1166285"/>
              <a:gd name="connsiteY5" fmla="*/ 1303654 h 1315046"/>
              <a:gd name="connsiteX6" fmla="*/ 631443 w 1166285"/>
              <a:gd name="connsiteY6" fmla="*/ 1303654 h 1315046"/>
              <a:gd name="connsiteX7" fmla="*/ 1106584 w 1166285"/>
              <a:gd name="connsiteY7" fmla="*/ 1066083 h 1315046"/>
              <a:gd name="connsiteX8" fmla="*/ 1166285 w 1166285"/>
              <a:gd name="connsiteY8" fmla="*/ 969484 h 1315046"/>
              <a:gd name="connsiteX9" fmla="*/ 1166285 w 1166285"/>
              <a:gd name="connsiteY9" fmla="*/ 345562 h 1315046"/>
              <a:gd name="connsiteX10" fmla="*/ 1106584 w 1166285"/>
              <a:gd name="connsiteY10" fmla="*/ 248964 h 1315046"/>
              <a:gd name="connsiteX11" fmla="*/ 631443 w 1166285"/>
              <a:gd name="connsiteY11" fmla="*/ 11393 h 1315046"/>
              <a:gd name="connsiteX12" fmla="*/ 534844 w 1166285"/>
              <a:gd name="connsiteY12" fmla="*/ 11393 h 13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6285" h="1315046">
                <a:moveTo>
                  <a:pt x="534844" y="11393"/>
                </a:moveTo>
                <a:lnTo>
                  <a:pt x="59701" y="248964"/>
                </a:lnTo>
                <a:cubicBezTo>
                  <a:pt x="23104" y="267263"/>
                  <a:pt x="0" y="304646"/>
                  <a:pt x="0" y="345563"/>
                </a:cubicBezTo>
                <a:lnTo>
                  <a:pt x="0" y="969484"/>
                </a:lnTo>
                <a:cubicBezTo>
                  <a:pt x="0" y="1010401"/>
                  <a:pt x="23104" y="1047784"/>
                  <a:pt x="59701" y="1066083"/>
                </a:cubicBezTo>
                <a:lnTo>
                  <a:pt x="534844" y="1303654"/>
                </a:lnTo>
                <a:cubicBezTo>
                  <a:pt x="565224" y="1318844"/>
                  <a:pt x="601062" y="1318844"/>
                  <a:pt x="631443" y="1303654"/>
                </a:cubicBezTo>
                <a:lnTo>
                  <a:pt x="1106584" y="1066083"/>
                </a:lnTo>
                <a:cubicBezTo>
                  <a:pt x="1143181" y="1047784"/>
                  <a:pt x="1166285" y="1010401"/>
                  <a:pt x="1166285" y="969484"/>
                </a:cubicBezTo>
                <a:lnTo>
                  <a:pt x="1166285" y="345562"/>
                </a:lnTo>
                <a:cubicBezTo>
                  <a:pt x="1166285" y="304646"/>
                  <a:pt x="1143181" y="267263"/>
                  <a:pt x="1106584" y="248964"/>
                </a:cubicBezTo>
                <a:lnTo>
                  <a:pt x="631443" y="11393"/>
                </a:lnTo>
                <a:cubicBezTo>
                  <a:pt x="601062" y="-3797"/>
                  <a:pt x="565224" y="-3797"/>
                  <a:pt x="534844" y="11393"/>
                </a:cubicBezTo>
              </a:path>
            </a:pathLst>
          </a:custGeom>
          <a:gradFill>
            <a:gsLst>
              <a:gs pos="0">
                <a:schemeClr val="accent4">
                  <a:lumMod val="60000"/>
                  <a:lumOff val="40000"/>
                  <a:alpha val="100000"/>
                </a:schemeClr>
              </a:gs>
              <a:gs pos="100000">
                <a:schemeClr val="accent4">
                  <a:alpha val="100000"/>
                </a:schemeClr>
              </a:gs>
            </a:gsLst>
            <a:lin ang="2700000" scaled="0"/>
          </a:gradFill>
          <a:ln w="9525" cap="flat">
            <a:noFill/>
            <a:prstDash val="solid"/>
            <a:miter/>
          </a:ln>
          <a:effectLst>
            <a:outerShdw blurRad="152400" dist="76200" dir="2700000" algn="tl" rotWithShape="0">
              <a:schemeClr val="accent4">
                <a:alpha val="20000"/>
              </a:schemeClr>
            </a:outerShdw>
          </a:effectLst>
        </p:spPr>
        <p:txBody>
          <a:bodyPr wrap="none" lIns="0" tIns="0" rIns="0" bIns="0" rtlCol="0" anchor="ctr">
            <a:normAutofit/>
          </a:bodyPr>
          <a:p>
            <a:pPr lvl="0" algn="ctr">
              <a:buClrTx/>
              <a:buSzTx/>
              <a:buFontTx/>
            </a:pPr>
            <a:r>
              <a:rPr lang="en-US" altLang="zh-CN" b="1" dirty="0">
                <a:solidFill>
                  <a:srgbClr val="FFFFFF"/>
                </a:solidFill>
                <a:latin typeface="+mn-ea"/>
                <a:sym typeface="+mn-ea"/>
              </a:rPr>
              <a:t>04</a:t>
            </a:r>
            <a:endParaRPr lang="en-US" altLang="zh-CN" b="1" dirty="0">
              <a:solidFill>
                <a:srgbClr val="FFFFFF"/>
              </a:solidFill>
              <a:latin typeface="+mn-ea"/>
              <a:sym typeface="+mn-ea"/>
            </a:endParaRPr>
          </a:p>
        </p:txBody>
      </p:sp>
      <p:cxnSp>
        <p:nvCxnSpPr>
          <p:cNvPr id="28" name="直接连接符 6"/>
          <p:cNvCxnSpPr/>
          <p:nvPr>
            <p:custDataLst>
              <p:tags r:id="rId14"/>
            </p:custDataLst>
          </p:nvPr>
        </p:nvCxnSpPr>
        <p:spPr>
          <a:xfrm flipH="1">
            <a:off x="7551823" y="4401761"/>
            <a:ext cx="792047" cy="0"/>
          </a:xfrm>
          <a:prstGeom prst="line">
            <a:avLst/>
          </a:prstGeom>
          <a:ln w="9525">
            <a:gradFill>
              <a:gsLst>
                <a:gs pos="0">
                  <a:schemeClr val="accent4">
                    <a:alpha val="100000"/>
                  </a:schemeClr>
                </a:gs>
                <a:gs pos="100000">
                  <a:schemeClr val="accent4">
                    <a:lumMod val="60000"/>
                    <a:lumOff val="40000"/>
                    <a:alpha val="100000"/>
                  </a:schemeClr>
                </a:gs>
              </a:gsLst>
              <a:lin ang="0" scaled="0"/>
            </a:gradFill>
            <a:headEnd type="oval"/>
          </a:ln>
        </p:spPr>
        <p:style>
          <a:lnRef idx="1">
            <a:schemeClr val="accent1"/>
          </a:lnRef>
          <a:fillRef idx="0">
            <a:schemeClr val="accent1"/>
          </a:fillRef>
          <a:effectRef idx="0">
            <a:schemeClr val="accent1"/>
          </a:effectRef>
          <a:fontRef idx="minor">
            <a:schemeClr val="tx1"/>
          </a:fontRef>
        </p:style>
      </p:cxnSp>
      <p:sp>
        <p:nvSpPr>
          <p:cNvPr id="45" name="矩形 44"/>
          <p:cNvSpPr/>
          <p:nvPr>
            <p:custDataLst>
              <p:tags r:id="rId15"/>
            </p:custDataLst>
          </p:nvPr>
        </p:nvSpPr>
        <p:spPr>
          <a:xfrm>
            <a:off x="8486598" y="4194739"/>
            <a:ext cx="3017062" cy="358161"/>
          </a:xfrm>
          <a:prstGeom prst="rect">
            <a:avLst/>
          </a:prstGeom>
          <a:noFill/>
        </p:spPr>
        <p:txBody>
          <a:bodyPr wrap="square" lIns="0" tIns="0" rIns="0" bIns="0" rtlCol="0" anchor="b">
            <a:noAutofit/>
          </a:bodyPr>
          <a:p>
            <a:pPr>
              <a:spcBef>
                <a:spcPct val="0"/>
              </a:spcBef>
              <a:spcAft>
                <a:spcPct val="0"/>
              </a:spcAft>
            </a:pPr>
            <a:r>
              <a:rPr lang="zh-CN" altLang="en-US" sz="2000" b="1" dirty="0">
                <a:solidFill>
                  <a:schemeClr val="accent4"/>
                </a:solidFill>
                <a:latin typeface="+mn-ea"/>
                <a:cs typeface="+mn-ea"/>
              </a:rPr>
              <a:t>批量处理</a:t>
            </a:r>
            <a:endParaRPr lang="zh-CN" altLang="en-US" sz="2000" b="1" dirty="0">
              <a:solidFill>
                <a:schemeClr val="accent4"/>
              </a:solidFill>
              <a:latin typeface="+mn-ea"/>
              <a:cs typeface="+mn-ea"/>
            </a:endParaRPr>
          </a:p>
        </p:txBody>
      </p:sp>
      <p:sp>
        <p:nvSpPr>
          <p:cNvPr id="46" name="矩形 45"/>
          <p:cNvSpPr/>
          <p:nvPr>
            <p:custDataLst>
              <p:tags r:id="rId16"/>
            </p:custDataLst>
          </p:nvPr>
        </p:nvSpPr>
        <p:spPr>
          <a:xfrm>
            <a:off x="8486598" y="4582747"/>
            <a:ext cx="3016977" cy="50756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400" dirty="0">
                <a:solidFill>
                  <a:schemeClr val="tx1">
                    <a:lumMod val="85000"/>
                    <a:lumOff val="15000"/>
                  </a:schemeClr>
                </a:solidFill>
                <a:latin typeface="+mn-ea"/>
                <a:cs typeface="+mn-ea"/>
                <a:sym typeface="+mn-ea"/>
              </a:rPr>
              <a:t>第</a:t>
            </a:r>
            <a:r>
              <a:rPr lang="en-US" altLang="zh-CN" sz="1400" dirty="0">
                <a:solidFill>
                  <a:schemeClr val="tx1">
                    <a:lumMod val="85000"/>
                    <a:lumOff val="15000"/>
                  </a:schemeClr>
                </a:solidFill>
                <a:latin typeface="+mn-ea"/>
                <a:cs typeface="+mn-ea"/>
                <a:sym typeface="+mn-ea"/>
              </a:rPr>
              <a:t>103-146</a:t>
            </a:r>
            <a:r>
              <a:rPr lang="zh-CN" altLang="en-US" sz="1400" dirty="0">
                <a:solidFill>
                  <a:schemeClr val="tx1">
                    <a:lumMod val="85000"/>
                    <a:lumOff val="15000"/>
                  </a:schemeClr>
                </a:solidFill>
                <a:latin typeface="+mn-ea"/>
                <a:cs typeface="+mn-ea"/>
                <a:sym typeface="+mn-ea"/>
              </a:rPr>
              <a:t>行</a:t>
            </a:r>
            <a:endParaRPr lang="zh-CN" altLang="en-US" sz="1400" dirty="0">
              <a:solidFill>
                <a:schemeClr val="tx1">
                  <a:lumMod val="85000"/>
                  <a:lumOff val="15000"/>
                </a:schemeClr>
              </a:solidFill>
              <a:latin typeface="+mn-ea"/>
              <a:cs typeface="+mn-ea"/>
              <a:sym typeface="+mn-ea"/>
            </a:endParaRPr>
          </a:p>
        </p:txBody>
      </p:sp>
      <p:sp>
        <p:nvSpPr>
          <p:cNvPr id="29" name="矩形: 圆角 20"/>
          <p:cNvSpPr/>
          <p:nvPr>
            <p:custDataLst>
              <p:tags r:id="rId17"/>
            </p:custDataLst>
          </p:nvPr>
        </p:nvSpPr>
        <p:spPr>
          <a:xfrm flipH="1">
            <a:off x="5180594" y="2905613"/>
            <a:ext cx="1830946" cy="1830946"/>
          </a:xfrm>
          <a:prstGeom prst="roundRect">
            <a:avLst>
              <a:gd name="adj" fmla="val 17214"/>
            </a:avLst>
          </a:prstGeom>
          <a:gradFill flip="none" rotWithShape="0">
            <a:gsLst>
              <a:gs pos="100000">
                <a:schemeClr val="accent3">
                  <a:lumMod val="20000"/>
                  <a:lumOff val="80000"/>
                  <a:alpha val="0"/>
                </a:schemeClr>
              </a:gs>
              <a:gs pos="30000">
                <a:schemeClr val="accent3">
                  <a:lumMod val="60000"/>
                  <a:lumOff val="40000"/>
                  <a:alpha val="20000"/>
                </a:schemeClr>
              </a:gs>
            </a:gsLst>
            <a:lin ang="18900000" scaled="0"/>
            <a:tileRect/>
          </a:gradFill>
          <a:ln w="34925">
            <a:gradFill flip="none" rotWithShape="1">
              <a:gsLst>
                <a:gs pos="55000">
                  <a:schemeClr val="accent3">
                    <a:alpha val="0"/>
                  </a:schemeClr>
                </a:gs>
                <a:gs pos="100000">
                  <a:schemeClr val="accent3">
                    <a:alpha val="40000"/>
                  </a:schemeClr>
                </a:gs>
              </a:gsLst>
              <a:lin ang="2700000" scaled="1"/>
              <a:tileRect/>
            </a:gradFill>
          </a:ln>
          <a:effectLst/>
          <a:scene3d>
            <a:camera prst="isometricTopUp"/>
            <a:lightRig rig="threePt" dir="t"/>
          </a:scene3d>
          <a:sp3d prstMaterial="metal">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31" name="Freeform 488"/>
          <p:cNvSpPr/>
          <p:nvPr>
            <p:custDataLst>
              <p:tags r:id="rId18"/>
            </p:custDataLst>
          </p:nvPr>
        </p:nvSpPr>
        <p:spPr>
          <a:xfrm>
            <a:off x="4614776" y="3536840"/>
            <a:ext cx="550016" cy="628112"/>
          </a:xfrm>
          <a:custGeom>
            <a:avLst/>
            <a:gdLst>
              <a:gd name="connsiteX0" fmla="*/ 534844 w 1166285"/>
              <a:gd name="connsiteY0" fmla="*/ 11393 h 1315046"/>
              <a:gd name="connsiteX1" fmla="*/ 59701 w 1166285"/>
              <a:gd name="connsiteY1" fmla="*/ 248964 h 1315046"/>
              <a:gd name="connsiteX2" fmla="*/ 0 w 1166285"/>
              <a:gd name="connsiteY2" fmla="*/ 345563 h 1315046"/>
              <a:gd name="connsiteX3" fmla="*/ 0 w 1166285"/>
              <a:gd name="connsiteY3" fmla="*/ 969484 h 1315046"/>
              <a:gd name="connsiteX4" fmla="*/ 59701 w 1166285"/>
              <a:gd name="connsiteY4" fmla="*/ 1066083 h 1315046"/>
              <a:gd name="connsiteX5" fmla="*/ 534844 w 1166285"/>
              <a:gd name="connsiteY5" fmla="*/ 1303654 h 1315046"/>
              <a:gd name="connsiteX6" fmla="*/ 631443 w 1166285"/>
              <a:gd name="connsiteY6" fmla="*/ 1303654 h 1315046"/>
              <a:gd name="connsiteX7" fmla="*/ 1106584 w 1166285"/>
              <a:gd name="connsiteY7" fmla="*/ 1066083 h 1315046"/>
              <a:gd name="connsiteX8" fmla="*/ 1166285 w 1166285"/>
              <a:gd name="connsiteY8" fmla="*/ 969484 h 1315046"/>
              <a:gd name="connsiteX9" fmla="*/ 1166285 w 1166285"/>
              <a:gd name="connsiteY9" fmla="*/ 345562 h 1315046"/>
              <a:gd name="connsiteX10" fmla="*/ 1106584 w 1166285"/>
              <a:gd name="connsiteY10" fmla="*/ 248964 h 1315046"/>
              <a:gd name="connsiteX11" fmla="*/ 631443 w 1166285"/>
              <a:gd name="connsiteY11" fmla="*/ 11393 h 1315046"/>
              <a:gd name="connsiteX12" fmla="*/ 534844 w 1166285"/>
              <a:gd name="connsiteY12" fmla="*/ 11393 h 13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6285" h="1315046">
                <a:moveTo>
                  <a:pt x="534844" y="11393"/>
                </a:moveTo>
                <a:lnTo>
                  <a:pt x="59701" y="248964"/>
                </a:lnTo>
                <a:cubicBezTo>
                  <a:pt x="23104" y="267263"/>
                  <a:pt x="0" y="304646"/>
                  <a:pt x="0" y="345563"/>
                </a:cubicBezTo>
                <a:lnTo>
                  <a:pt x="0" y="969484"/>
                </a:lnTo>
                <a:cubicBezTo>
                  <a:pt x="0" y="1010401"/>
                  <a:pt x="23104" y="1047784"/>
                  <a:pt x="59701" y="1066083"/>
                </a:cubicBezTo>
                <a:lnTo>
                  <a:pt x="534844" y="1303654"/>
                </a:lnTo>
                <a:cubicBezTo>
                  <a:pt x="565224" y="1318844"/>
                  <a:pt x="601062" y="1318844"/>
                  <a:pt x="631443" y="1303654"/>
                </a:cubicBezTo>
                <a:lnTo>
                  <a:pt x="1106584" y="1066083"/>
                </a:lnTo>
                <a:cubicBezTo>
                  <a:pt x="1143181" y="1047784"/>
                  <a:pt x="1166285" y="1010401"/>
                  <a:pt x="1166285" y="969484"/>
                </a:cubicBezTo>
                <a:lnTo>
                  <a:pt x="1166285" y="345562"/>
                </a:lnTo>
                <a:cubicBezTo>
                  <a:pt x="1166285" y="304646"/>
                  <a:pt x="1143181" y="267263"/>
                  <a:pt x="1106584" y="248964"/>
                </a:cubicBezTo>
                <a:lnTo>
                  <a:pt x="631443" y="11393"/>
                </a:lnTo>
                <a:cubicBezTo>
                  <a:pt x="601062" y="-3797"/>
                  <a:pt x="565224" y="-3797"/>
                  <a:pt x="534844" y="11393"/>
                </a:cubicBezTo>
              </a:path>
            </a:pathLst>
          </a:custGeom>
          <a:gradFill>
            <a:gsLst>
              <a:gs pos="0">
                <a:schemeClr val="accent3">
                  <a:lumMod val="60000"/>
                  <a:lumOff val="40000"/>
                  <a:alpha val="100000"/>
                </a:schemeClr>
              </a:gs>
              <a:gs pos="100000">
                <a:schemeClr val="accent3">
                  <a:alpha val="100000"/>
                </a:schemeClr>
              </a:gs>
            </a:gsLst>
            <a:lin ang="2700000" scaled="0"/>
          </a:gradFill>
          <a:ln w="9525" cap="flat">
            <a:noFill/>
            <a:prstDash val="solid"/>
            <a:miter/>
          </a:ln>
          <a:effectLst>
            <a:outerShdw blurRad="152400" dist="76200" dir="2700000" algn="tl" rotWithShape="0">
              <a:schemeClr val="accent3">
                <a:alpha val="20000"/>
              </a:schemeClr>
            </a:outerShdw>
          </a:effectLst>
        </p:spPr>
        <p:txBody>
          <a:bodyPr wrap="none" lIns="0" tIns="0" rIns="0" bIns="0" rtlCol="0" anchor="ctr">
            <a:normAutofit/>
          </a:bodyPr>
          <a:p>
            <a:pPr algn="ctr"/>
            <a:r>
              <a:rPr lang="en-US" altLang="zh-CN" b="1" dirty="0">
                <a:solidFill>
                  <a:srgbClr val="FFFFFF"/>
                </a:solidFill>
                <a:latin typeface="+mn-ea"/>
              </a:rPr>
              <a:t>03</a:t>
            </a:r>
            <a:endParaRPr lang="en-US" altLang="zh-CN" b="1" dirty="0">
              <a:solidFill>
                <a:srgbClr val="FFFFFF"/>
              </a:solidFill>
              <a:latin typeface="+mn-ea"/>
            </a:endParaRPr>
          </a:p>
        </p:txBody>
      </p:sp>
      <p:cxnSp>
        <p:nvCxnSpPr>
          <p:cNvPr id="32" name="直接连接符 23"/>
          <p:cNvCxnSpPr/>
          <p:nvPr>
            <p:custDataLst>
              <p:tags r:id="rId19"/>
            </p:custDataLst>
          </p:nvPr>
        </p:nvCxnSpPr>
        <p:spPr>
          <a:xfrm>
            <a:off x="3822884" y="3849279"/>
            <a:ext cx="792047" cy="0"/>
          </a:xfrm>
          <a:prstGeom prst="line">
            <a:avLst/>
          </a:prstGeom>
          <a:ln w="9525">
            <a:gradFill>
              <a:gsLst>
                <a:gs pos="0">
                  <a:schemeClr val="accent3">
                    <a:alpha val="100000"/>
                  </a:schemeClr>
                </a:gs>
                <a:gs pos="100000">
                  <a:schemeClr val="accent3">
                    <a:lumMod val="60000"/>
                    <a:lumOff val="40000"/>
                    <a:alpha val="100000"/>
                  </a:schemeClr>
                </a:gs>
              </a:gsLst>
              <a:lin ang="0" scaled="0"/>
            </a:gradFill>
            <a:headEnd type="oval"/>
          </a:ln>
        </p:spPr>
        <p:style>
          <a:lnRef idx="1">
            <a:schemeClr val="accent1"/>
          </a:lnRef>
          <a:fillRef idx="0">
            <a:schemeClr val="accent1"/>
          </a:fillRef>
          <a:effectRef idx="0">
            <a:schemeClr val="accent1"/>
          </a:effectRef>
          <a:fontRef idx="minor">
            <a:schemeClr val="tx1"/>
          </a:fontRef>
        </p:style>
      </p:cxnSp>
      <p:sp>
        <p:nvSpPr>
          <p:cNvPr id="49" name="矩形 48"/>
          <p:cNvSpPr/>
          <p:nvPr>
            <p:custDataLst>
              <p:tags r:id="rId20"/>
            </p:custDataLst>
          </p:nvPr>
        </p:nvSpPr>
        <p:spPr>
          <a:xfrm>
            <a:off x="688340" y="3659403"/>
            <a:ext cx="3017697" cy="371497"/>
          </a:xfrm>
          <a:prstGeom prst="rect">
            <a:avLst/>
          </a:prstGeom>
          <a:noFill/>
        </p:spPr>
        <p:txBody>
          <a:bodyPr wrap="square" lIns="0" tIns="0" rIns="0" bIns="0" rtlCol="0" anchor="b">
            <a:noAutofit/>
          </a:bodyPr>
          <a:p>
            <a:pPr algn="r">
              <a:spcBef>
                <a:spcPct val="0"/>
              </a:spcBef>
              <a:spcAft>
                <a:spcPct val="0"/>
              </a:spcAft>
            </a:pPr>
            <a:r>
              <a:rPr lang="en-US" altLang="en-US" sz="2000" b="1" dirty="0">
                <a:solidFill>
                  <a:schemeClr val="accent3"/>
                </a:solidFill>
                <a:latin typeface="+mn-ea"/>
                <a:cs typeface="+mn-ea"/>
              </a:rPr>
              <a:t>API</a:t>
            </a:r>
            <a:r>
              <a:rPr lang="zh-CN" altLang="en-US" sz="2000" b="1" dirty="0">
                <a:solidFill>
                  <a:schemeClr val="accent3"/>
                </a:solidFill>
                <a:latin typeface="+mn-ea"/>
                <a:cs typeface="+mn-ea"/>
              </a:rPr>
              <a:t>调用</a:t>
            </a:r>
            <a:endParaRPr lang="zh-CN" altLang="en-US" sz="2000" b="1" dirty="0">
              <a:solidFill>
                <a:schemeClr val="accent3"/>
              </a:solidFill>
              <a:latin typeface="+mn-ea"/>
              <a:cs typeface="+mn-ea"/>
            </a:endParaRPr>
          </a:p>
        </p:txBody>
      </p:sp>
      <p:sp>
        <p:nvSpPr>
          <p:cNvPr id="50" name="矩形 49"/>
          <p:cNvSpPr/>
          <p:nvPr>
            <p:custDataLst>
              <p:tags r:id="rId21"/>
            </p:custDataLst>
          </p:nvPr>
        </p:nvSpPr>
        <p:spPr>
          <a:xfrm>
            <a:off x="688340" y="4060746"/>
            <a:ext cx="3017697" cy="584234"/>
          </a:xfrm>
          <a:prstGeom prst="rect">
            <a:avLst/>
          </a:prstGeom>
          <a:noFill/>
        </p:spPr>
        <p:txBody>
          <a:bodyPr wrap="square" lIns="0" tIns="0" rIns="0" bIns="0" rtlCol="0" anchor="t" anchorCtr="0">
            <a:noAutofit/>
          </a:bodyPr>
          <a:p>
            <a:pPr algn="r">
              <a:lnSpc>
                <a:spcPct val="130000"/>
              </a:lnSpc>
              <a:spcBef>
                <a:spcPct val="0"/>
              </a:spcBef>
              <a:spcAft>
                <a:spcPct val="0"/>
              </a:spcAft>
            </a:pPr>
            <a:r>
              <a:rPr lang="zh-CN" altLang="en-US" sz="1400">
                <a:solidFill>
                  <a:schemeClr val="tx1">
                    <a:lumMod val="85000"/>
                    <a:lumOff val="15000"/>
                  </a:schemeClr>
                </a:solidFill>
                <a:latin typeface="+mn-ea"/>
                <a:cs typeface="+mn-ea"/>
              </a:rPr>
              <a:t>第</a:t>
            </a:r>
            <a:r>
              <a:rPr lang="en-US" altLang="zh-CN" sz="1400">
                <a:solidFill>
                  <a:schemeClr val="tx1">
                    <a:lumMod val="85000"/>
                    <a:lumOff val="15000"/>
                  </a:schemeClr>
                </a:solidFill>
                <a:latin typeface="+mn-ea"/>
                <a:cs typeface="+mn-ea"/>
              </a:rPr>
              <a:t>66-100</a:t>
            </a:r>
            <a:r>
              <a:rPr lang="zh-CN" altLang="en-US" sz="1400">
                <a:solidFill>
                  <a:schemeClr val="tx1">
                    <a:lumMod val="85000"/>
                    <a:lumOff val="15000"/>
                  </a:schemeClr>
                </a:solidFill>
                <a:latin typeface="+mn-ea"/>
                <a:cs typeface="+mn-ea"/>
              </a:rPr>
              <a:t>行</a:t>
            </a:r>
            <a:endParaRPr lang="zh-CN" altLang="en-US" sz="1400">
              <a:solidFill>
                <a:schemeClr val="tx1">
                  <a:lumMod val="85000"/>
                  <a:lumOff val="15000"/>
                </a:schemeClr>
              </a:solidFill>
              <a:latin typeface="+mn-ea"/>
              <a:cs typeface="+mn-ea"/>
            </a:endParaRPr>
          </a:p>
        </p:txBody>
      </p:sp>
      <p:sp>
        <p:nvSpPr>
          <p:cNvPr id="34" name="矩形: 圆角 26"/>
          <p:cNvSpPr/>
          <p:nvPr>
            <p:custDataLst>
              <p:tags r:id="rId22"/>
            </p:custDataLst>
          </p:nvPr>
        </p:nvSpPr>
        <p:spPr>
          <a:xfrm flipH="1">
            <a:off x="5180594" y="2357576"/>
            <a:ext cx="1830946" cy="1830946"/>
          </a:xfrm>
          <a:prstGeom prst="roundRect">
            <a:avLst>
              <a:gd name="adj" fmla="val 17214"/>
            </a:avLst>
          </a:prstGeom>
          <a:gradFill flip="none" rotWithShape="0">
            <a:gsLst>
              <a:gs pos="100000">
                <a:schemeClr val="accent2">
                  <a:lumMod val="20000"/>
                  <a:lumOff val="80000"/>
                  <a:alpha val="0"/>
                </a:schemeClr>
              </a:gs>
              <a:gs pos="30000">
                <a:schemeClr val="accent2">
                  <a:lumMod val="60000"/>
                  <a:lumOff val="40000"/>
                  <a:alpha val="20000"/>
                </a:schemeClr>
              </a:gs>
            </a:gsLst>
            <a:lin ang="18900000" scaled="0"/>
            <a:tileRect/>
          </a:gradFill>
          <a:ln w="34925">
            <a:gradFill flip="none" rotWithShape="1">
              <a:gsLst>
                <a:gs pos="55000">
                  <a:schemeClr val="accent2">
                    <a:alpha val="0"/>
                  </a:schemeClr>
                </a:gs>
                <a:gs pos="100000">
                  <a:schemeClr val="accent2">
                    <a:alpha val="100000"/>
                  </a:schemeClr>
                </a:gs>
              </a:gsLst>
              <a:lin ang="2700000" scaled="1"/>
              <a:tileRect/>
            </a:gradFill>
          </a:ln>
          <a:effectLst/>
          <a:scene3d>
            <a:camera prst="isometricTopUp"/>
            <a:lightRig rig="threePt" dir="t"/>
          </a:scene3d>
          <a:sp3d prstMaterial="metal">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35" name="Freeform 488"/>
          <p:cNvSpPr/>
          <p:nvPr>
            <p:custDataLst>
              <p:tags r:id="rId23"/>
            </p:custDataLst>
          </p:nvPr>
        </p:nvSpPr>
        <p:spPr>
          <a:xfrm>
            <a:off x="6998070" y="2997059"/>
            <a:ext cx="550016" cy="628112"/>
          </a:xfrm>
          <a:custGeom>
            <a:avLst/>
            <a:gdLst>
              <a:gd name="connsiteX0" fmla="*/ 534844 w 1166285"/>
              <a:gd name="connsiteY0" fmla="*/ 11393 h 1315046"/>
              <a:gd name="connsiteX1" fmla="*/ 59701 w 1166285"/>
              <a:gd name="connsiteY1" fmla="*/ 248964 h 1315046"/>
              <a:gd name="connsiteX2" fmla="*/ 0 w 1166285"/>
              <a:gd name="connsiteY2" fmla="*/ 345563 h 1315046"/>
              <a:gd name="connsiteX3" fmla="*/ 0 w 1166285"/>
              <a:gd name="connsiteY3" fmla="*/ 969484 h 1315046"/>
              <a:gd name="connsiteX4" fmla="*/ 59701 w 1166285"/>
              <a:gd name="connsiteY4" fmla="*/ 1066083 h 1315046"/>
              <a:gd name="connsiteX5" fmla="*/ 534844 w 1166285"/>
              <a:gd name="connsiteY5" fmla="*/ 1303654 h 1315046"/>
              <a:gd name="connsiteX6" fmla="*/ 631443 w 1166285"/>
              <a:gd name="connsiteY6" fmla="*/ 1303654 h 1315046"/>
              <a:gd name="connsiteX7" fmla="*/ 1106584 w 1166285"/>
              <a:gd name="connsiteY7" fmla="*/ 1066083 h 1315046"/>
              <a:gd name="connsiteX8" fmla="*/ 1166285 w 1166285"/>
              <a:gd name="connsiteY8" fmla="*/ 969484 h 1315046"/>
              <a:gd name="connsiteX9" fmla="*/ 1166285 w 1166285"/>
              <a:gd name="connsiteY9" fmla="*/ 345562 h 1315046"/>
              <a:gd name="connsiteX10" fmla="*/ 1106584 w 1166285"/>
              <a:gd name="connsiteY10" fmla="*/ 248964 h 1315046"/>
              <a:gd name="connsiteX11" fmla="*/ 631443 w 1166285"/>
              <a:gd name="connsiteY11" fmla="*/ 11393 h 1315046"/>
              <a:gd name="connsiteX12" fmla="*/ 534844 w 1166285"/>
              <a:gd name="connsiteY12" fmla="*/ 11393 h 13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6285" h="1315046">
                <a:moveTo>
                  <a:pt x="534844" y="11393"/>
                </a:moveTo>
                <a:lnTo>
                  <a:pt x="59701" y="248964"/>
                </a:lnTo>
                <a:cubicBezTo>
                  <a:pt x="23104" y="267263"/>
                  <a:pt x="0" y="304646"/>
                  <a:pt x="0" y="345563"/>
                </a:cubicBezTo>
                <a:lnTo>
                  <a:pt x="0" y="969484"/>
                </a:lnTo>
                <a:cubicBezTo>
                  <a:pt x="0" y="1010401"/>
                  <a:pt x="23104" y="1047784"/>
                  <a:pt x="59701" y="1066083"/>
                </a:cubicBezTo>
                <a:lnTo>
                  <a:pt x="534844" y="1303654"/>
                </a:lnTo>
                <a:cubicBezTo>
                  <a:pt x="565224" y="1318844"/>
                  <a:pt x="601062" y="1318844"/>
                  <a:pt x="631443" y="1303654"/>
                </a:cubicBezTo>
                <a:lnTo>
                  <a:pt x="1106584" y="1066083"/>
                </a:lnTo>
                <a:cubicBezTo>
                  <a:pt x="1143181" y="1047784"/>
                  <a:pt x="1166285" y="1010401"/>
                  <a:pt x="1166285" y="969484"/>
                </a:cubicBezTo>
                <a:lnTo>
                  <a:pt x="1166285" y="345562"/>
                </a:lnTo>
                <a:cubicBezTo>
                  <a:pt x="1166285" y="304646"/>
                  <a:pt x="1143181" y="267263"/>
                  <a:pt x="1106584" y="248964"/>
                </a:cubicBezTo>
                <a:lnTo>
                  <a:pt x="631443" y="11393"/>
                </a:lnTo>
                <a:cubicBezTo>
                  <a:pt x="601062" y="-3797"/>
                  <a:pt x="565224" y="-3797"/>
                  <a:pt x="534844" y="11393"/>
                </a:cubicBezTo>
              </a:path>
            </a:pathLst>
          </a:custGeom>
          <a:gradFill>
            <a:gsLst>
              <a:gs pos="0">
                <a:schemeClr val="accent2">
                  <a:lumMod val="60000"/>
                  <a:lumOff val="40000"/>
                  <a:alpha val="100000"/>
                </a:schemeClr>
              </a:gs>
              <a:gs pos="100000">
                <a:schemeClr val="accent2">
                  <a:alpha val="100000"/>
                </a:schemeClr>
              </a:gs>
            </a:gsLst>
            <a:lin ang="2700000" scaled="0"/>
          </a:gradFill>
          <a:ln w="9525" cap="flat">
            <a:noFill/>
            <a:prstDash val="solid"/>
            <a:miter/>
          </a:ln>
          <a:effectLst>
            <a:outerShdw blurRad="152400" dist="76200" dir="2700000" algn="tl" rotWithShape="0">
              <a:schemeClr val="accent2">
                <a:alpha val="20000"/>
              </a:schemeClr>
            </a:outerShdw>
          </a:effectLst>
        </p:spPr>
        <p:txBody>
          <a:bodyPr wrap="none" lIns="0" tIns="0" rIns="0" bIns="0" rtlCol="0" anchor="ctr">
            <a:normAutofit/>
          </a:bodyPr>
          <a:p>
            <a:pPr lvl="0" algn="ctr">
              <a:buClrTx/>
              <a:buSzTx/>
              <a:buFontTx/>
            </a:pPr>
            <a:r>
              <a:rPr lang="en-US" altLang="zh-CN" b="1" dirty="0">
                <a:solidFill>
                  <a:srgbClr val="FFFFFF"/>
                </a:solidFill>
                <a:latin typeface="+mn-ea"/>
                <a:sym typeface="+mn-ea"/>
              </a:rPr>
              <a:t>02</a:t>
            </a:r>
            <a:endParaRPr lang="en-US" altLang="zh-CN" b="1" dirty="0">
              <a:solidFill>
                <a:srgbClr val="FFFFFF"/>
              </a:solidFill>
              <a:latin typeface="+mn-ea"/>
              <a:sym typeface="+mn-ea"/>
            </a:endParaRPr>
          </a:p>
        </p:txBody>
      </p:sp>
      <p:cxnSp>
        <p:nvCxnSpPr>
          <p:cNvPr id="37" name="直接连接符 28"/>
          <p:cNvCxnSpPr/>
          <p:nvPr>
            <p:custDataLst>
              <p:tags r:id="rId24"/>
            </p:custDataLst>
          </p:nvPr>
        </p:nvCxnSpPr>
        <p:spPr>
          <a:xfrm flipH="1">
            <a:off x="7551823" y="3313942"/>
            <a:ext cx="792047" cy="0"/>
          </a:xfrm>
          <a:prstGeom prst="line">
            <a:avLst/>
          </a:prstGeom>
          <a:ln w="9525">
            <a:gradFill>
              <a:gsLst>
                <a:gs pos="0">
                  <a:schemeClr val="accent2">
                    <a:alpha val="100000"/>
                  </a:schemeClr>
                </a:gs>
                <a:gs pos="100000">
                  <a:schemeClr val="accent2">
                    <a:lumMod val="60000"/>
                    <a:lumOff val="40000"/>
                    <a:alpha val="100000"/>
                  </a:schemeClr>
                </a:gs>
              </a:gsLst>
              <a:lin ang="0" scaled="0"/>
            </a:gradFill>
            <a:headEnd type="oval"/>
          </a:ln>
        </p:spPr>
        <p:style>
          <a:lnRef idx="1">
            <a:schemeClr val="accent1"/>
          </a:lnRef>
          <a:fillRef idx="0">
            <a:schemeClr val="accent1"/>
          </a:fillRef>
          <a:effectRef idx="0">
            <a:schemeClr val="accent1"/>
          </a:effectRef>
          <a:fontRef idx="minor">
            <a:schemeClr val="tx1"/>
          </a:fontRef>
        </p:style>
      </p:cxnSp>
      <p:sp>
        <p:nvSpPr>
          <p:cNvPr id="51" name="矩形 50"/>
          <p:cNvSpPr/>
          <p:nvPr>
            <p:custDataLst>
              <p:tags r:id="rId25"/>
            </p:custDataLst>
          </p:nvPr>
        </p:nvSpPr>
        <p:spPr>
          <a:xfrm>
            <a:off x="8486598" y="3107555"/>
            <a:ext cx="3017062" cy="364511"/>
          </a:xfrm>
          <a:prstGeom prst="rect">
            <a:avLst/>
          </a:prstGeom>
          <a:noFill/>
        </p:spPr>
        <p:txBody>
          <a:bodyPr wrap="square" lIns="0" tIns="0" rIns="0" bIns="0" rtlCol="0" anchor="b">
            <a:noAutofit/>
          </a:bodyPr>
          <a:p>
            <a:pPr>
              <a:spcBef>
                <a:spcPct val="0"/>
              </a:spcBef>
              <a:spcAft>
                <a:spcPct val="0"/>
              </a:spcAft>
            </a:pPr>
            <a:r>
              <a:rPr lang="en-US" altLang="en-US" sz="2000" b="1" dirty="0">
                <a:solidFill>
                  <a:schemeClr val="accent2"/>
                </a:solidFill>
                <a:latin typeface="+mn-ea"/>
                <a:cs typeface="+mn-ea"/>
              </a:rPr>
              <a:t>CSV</a:t>
            </a:r>
            <a:r>
              <a:rPr lang="zh-CN" altLang="en-US" sz="2000" b="1" dirty="0">
                <a:solidFill>
                  <a:schemeClr val="accent2"/>
                </a:solidFill>
                <a:latin typeface="+mn-ea"/>
                <a:cs typeface="+mn-ea"/>
              </a:rPr>
              <a:t>读取</a:t>
            </a:r>
            <a:endParaRPr lang="zh-CN" altLang="en-US" sz="2000" b="1" dirty="0">
              <a:solidFill>
                <a:schemeClr val="accent2"/>
              </a:solidFill>
              <a:latin typeface="+mn-ea"/>
              <a:cs typeface="+mn-ea"/>
            </a:endParaRPr>
          </a:p>
        </p:txBody>
      </p:sp>
      <p:sp>
        <p:nvSpPr>
          <p:cNvPr id="52" name="矩形 51"/>
          <p:cNvSpPr/>
          <p:nvPr>
            <p:custDataLst>
              <p:tags r:id="rId26"/>
            </p:custDataLst>
          </p:nvPr>
        </p:nvSpPr>
        <p:spPr>
          <a:xfrm>
            <a:off x="8486598" y="3494928"/>
            <a:ext cx="3016977" cy="50756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sz="1400">
                <a:solidFill>
                  <a:schemeClr val="tx1">
                    <a:lumMod val="85000"/>
                    <a:lumOff val="15000"/>
                  </a:schemeClr>
                </a:solidFill>
                <a:latin typeface="+mn-ea"/>
                <a:cs typeface="+mn-ea"/>
              </a:rPr>
              <a:t>第</a:t>
            </a:r>
            <a:r>
              <a:rPr lang="en-US" altLang="zh-CN" sz="1400">
                <a:solidFill>
                  <a:schemeClr val="tx1">
                    <a:lumMod val="85000"/>
                    <a:lumOff val="15000"/>
                  </a:schemeClr>
                </a:solidFill>
                <a:latin typeface="+mn-ea"/>
                <a:cs typeface="+mn-ea"/>
              </a:rPr>
              <a:t>24-63</a:t>
            </a:r>
            <a:r>
              <a:rPr lang="zh-CN" altLang="en-US" sz="1400">
                <a:solidFill>
                  <a:schemeClr val="tx1">
                    <a:lumMod val="85000"/>
                    <a:lumOff val="15000"/>
                  </a:schemeClr>
                </a:solidFill>
                <a:latin typeface="+mn-ea"/>
                <a:cs typeface="+mn-ea"/>
              </a:rPr>
              <a:t>行</a:t>
            </a:r>
            <a:endParaRPr lang="zh-CN" altLang="en-US" sz="1400">
              <a:solidFill>
                <a:schemeClr val="tx1">
                  <a:lumMod val="85000"/>
                  <a:lumOff val="15000"/>
                </a:schemeClr>
              </a:solidFill>
              <a:latin typeface="+mn-ea"/>
              <a:cs typeface="+mn-ea"/>
            </a:endParaRPr>
          </a:p>
        </p:txBody>
      </p:sp>
      <p:sp>
        <p:nvSpPr>
          <p:cNvPr id="38" name="矩形: 圆角 32"/>
          <p:cNvSpPr/>
          <p:nvPr>
            <p:custDataLst>
              <p:tags r:id="rId27"/>
            </p:custDataLst>
          </p:nvPr>
        </p:nvSpPr>
        <p:spPr>
          <a:xfrm flipH="1">
            <a:off x="5180594" y="1719364"/>
            <a:ext cx="1830946" cy="1830946"/>
          </a:xfrm>
          <a:prstGeom prst="roundRect">
            <a:avLst>
              <a:gd name="adj" fmla="val 17214"/>
            </a:avLst>
          </a:prstGeom>
          <a:gradFill flip="none" rotWithShape="0">
            <a:gsLst>
              <a:gs pos="100000">
                <a:schemeClr val="accent1">
                  <a:lumMod val="20000"/>
                  <a:lumOff val="80000"/>
                  <a:alpha val="20000"/>
                </a:schemeClr>
              </a:gs>
              <a:gs pos="4000">
                <a:schemeClr val="accent1">
                  <a:lumMod val="60000"/>
                  <a:lumOff val="40000"/>
                  <a:alpha val="20000"/>
                </a:schemeClr>
              </a:gs>
            </a:gsLst>
            <a:lin ang="18900000" scaled="0"/>
            <a:tileRect/>
          </a:gradFill>
          <a:ln w="34925">
            <a:gradFill flip="none" rotWithShape="1">
              <a:gsLst>
                <a:gs pos="55000">
                  <a:schemeClr val="accent1">
                    <a:alpha val="0"/>
                  </a:schemeClr>
                </a:gs>
                <a:gs pos="100000">
                  <a:schemeClr val="accent1">
                    <a:alpha val="40000"/>
                  </a:schemeClr>
                </a:gs>
              </a:gsLst>
              <a:lin ang="2700000" scaled="1"/>
              <a:tileRect/>
            </a:gradFill>
          </a:ln>
          <a:effectLst/>
          <a:scene3d>
            <a:camera prst="isometricTopUp"/>
            <a:lightRig rig="threePt" dir="t"/>
          </a:scene3d>
          <a:sp3d prstMaterial="metal">
            <a:extrusionClr>
              <a:schemeClr val="bg1"/>
            </a:extrusionClr>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41" name="Freeform 488"/>
          <p:cNvSpPr/>
          <p:nvPr>
            <p:custDataLst>
              <p:tags r:id="rId28"/>
            </p:custDataLst>
          </p:nvPr>
        </p:nvSpPr>
        <p:spPr>
          <a:xfrm>
            <a:off x="4614776" y="2349956"/>
            <a:ext cx="550016" cy="628112"/>
          </a:xfrm>
          <a:custGeom>
            <a:avLst/>
            <a:gdLst>
              <a:gd name="connsiteX0" fmla="*/ 534844 w 1166285"/>
              <a:gd name="connsiteY0" fmla="*/ 11393 h 1315046"/>
              <a:gd name="connsiteX1" fmla="*/ 59701 w 1166285"/>
              <a:gd name="connsiteY1" fmla="*/ 248964 h 1315046"/>
              <a:gd name="connsiteX2" fmla="*/ 0 w 1166285"/>
              <a:gd name="connsiteY2" fmla="*/ 345563 h 1315046"/>
              <a:gd name="connsiteX3" fmla="*/ 0 w 1166285"/>
              <a:gd name="connsiteY3" fmla="*/ 969484 h 1315046"/>
              <a:gd name="connsiteX4" fmla="*/ 59701 w 1166285"/>
              <a:gd name="connsiteY4" fmla="*/ 1066083 h 1315046"/>
              <a:gd name="connsiteX5" fmla="*/ 534844 w 1166285"/>
              <a:gd name="connsiteY5" fmla="*/ 1303654 h 1315046"/>
              <a:gd name="connsiteX6" fmla="*/ 631443 w 1166285"/>
              <a:gd name="connsiteY6" fmla="*/ 1303654 h 1315046"/>
              <a:gd name="connsiteX7" fmla="*/ 1106584 w 1166285"/>
              <a:gd name="connsiteY7" fmla="*/ 1066083 h 1315046"/>
              <a:gd name="connsiteX8" fmla="*/ 1166285 w 1166285"/>
              <a:gd name="connsiteY8" fmla="*/ 969484 h 1315046"/>
              <a:gd name="connsiteX9" fmla="*/ 1166285 w 1166285"/>
              <a:gd name="connsiteY9" fmla="*/ 345562 h 1315046"/>
              <a:gd name="connsiteX10" fmla="*/ 1106584 w 1166285"/>
              <a:gd name="connsiteY10" fmla="*/ 248964 h 1315046"/>
              <a:gd name="connsiteX11" fmla="*/ 631443 w 1166285"/>
              <a:gd name="connsiteY11" fmla="*/ 11393 h 1315046"/>
              <a:gd name="connsiteX12" fmla="*/ 534844 w 1166285"/>
              <a:gd name="connsiteY12" fmla="*/ 11393 h 131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66285" h="1315046">
                <a:moveTo>
                  <a:pt x="534844" y="11393"/>
                </a:moveTo>
                <a:lnTo>
                  <a:pt x="59701" y="248964"/>
                </a:lnTo>
                <a:cubicBezTo>
                  <a:pt x="23104" y="267263"/>
                  <a:pt x="0" y="304646"/>
                  <a:pt x="0" y="345563"/>
                </a:cubicBezTo>
                <a:lnTo>
                  <a:pt x="0" y="969484"/>
                </a:lnTo>
                <a:cubicBezTo>
                  <a:pt x="0" y="1010401"/>
                  <a:pt x="23104" y="1047784"/>
                  <a:pt x="59701" y="1066083"/>
                </a:cubicBezTo>
                <a:lnTo>
                  <a:pt x="534844" y="1303654"/>
                </a:lnTo>
                <a:cubicBezTo>
                  <a:pt x="565224" y="1318844"/>
                  <a:pt x="601062" y="1318844"/>
                  <a:pt x="631443" y="1303654"/>
                </a:cubicBezTo>
                <a:lnTo>
                  <a:pt x="1106584" y="1066083"/>
                </a:lnTo>
                <a:cubicBezTo>
                  <a:pt x="1143181" y="1047784"/>
                  <a:pt x="1166285" y="1010401"/>
                  <a:pt x="1166285" y="969484"/>
                </a:cubicBezTo>
                <a:lnTo>
                  <a:pt x="1166285" y="345562"/>
                </a:lnTo>
                <a:cubicBezTo>
                  <a:pt x="1166285" y="304646"/>
                  <a:pt x="1143181" y="267263"/>
                  <a:pt x="1106584" y="248964"/>
                </a:cubicBezTo>
                <a:lnTo>
                  <a:pt x="631443" y="11393"/>
                </a:lnTo>
                <a:cubicBezTo>
                  <a:pt x="601062" y="-3797"/>
                  <a:pt x="565224" y="-3797"/>
                  <a:pt x="534844" y="11393"/>
                </a:cubicBezTo>
              </a:path>
            </a:pathLst>
          </a:custGeom>
          <a:gradFill>
            <a:gsLst>
              <a:gs pos="0">
                <a:schemeClr val="accent1">
                  <a:lumMod val="60000"/>
                  <a:lumOff val="40000"/>
                  <a:alpha val="100000"/>
                </a:schemeClr>
              </a:gs>
              <a:gs pos="100000">
                <a:schemeClr val="accent1">
                  <a:alpha val="100000"/>
                </a:schemeClr>
              </a:gs>
            </a:gsLst>
            <a:lin ang="2700000" scaled="0"/>
          </a:gradFill>
          <a:ln w="9525" cap="flat">
            <a:noFill/>
            <a:prstDash val="solid"/>
            <a:miter/>
          </a:ln>
          <a:effectLst>
            <a:outerShdw blurRad="152400" dist="76200" dir="2700000" algn="tl" rotWithShape="0">
              <a:schemeClr val="accent1">
                <a:alpha val="20000"/>
              </a:schemeClr>
            </a:outerShdw>
          </a:effectLst>
        </p:spPr>
        <p:txBody>
          <a:bodyPr wrap="none" lIns="0" tIns="0" rIns="0" bIns="0" rtlCol="0" anchor="ctr">
            <a:normAutofit/>
          </a:bodyPr>
          <a:p>
            <a:pPr algn="ctr"/>
            <a:r>
              <a:rPr lang="en-US" altLang="zh-CN" b="1" dirty="0">
                <a:solidFill>
                  <a:srgbClr val="FFFFFF"/>
                </a:solidFill>
                <a:latin typeface="+mn-ea"/>
              </a:rPr>
              <a:t>01</a:t>
            </a:r>
            <a:endParaRPr lang="en-US" altLang="zh-CN" b="1" dirty="0">
              <a:solidFill>
                <a:srgbClr val="FFFFFF"/>
              </a:solidFill>
              <a:latin typeface="+mn-ea"/>
            </a:endParaRPr>
          </a:p>
        </p:txBody>
      </p:sp>
      <p:cxnSp>
        <p:nvCxnSpPr>
          <p:cNvPr id="42" name="直接连接符 35"/>
          <p:cNvCxnSpPr/>
          <p:nvPr>
            <p:custDataLst>
              <p:tags r:id="rId29"/>
            </p:custDataLst>
          </p:nvPr>
        </p:nvCxnSpPr>
        <p:spPr>
          <a:xfrm>
            <a:off x="3822884" y="2663029"/>
            <a:ext cx="792047" cy="0"/>
          </a:xfrm>
          <a:prstGeom prst="line">
            <a:avLst/>
          </a:prstGeom>
          <a:ln w="9525">
            <a:gradFill>
              <a:gsLst>
                <a:gs pos="0">
                  <a:schemeClr val="accent1">
                    <a:alpha val="100000"/>
                  </a:schemeClr>
                </a:gs>
                <a:gs pos="100000">
                  <a:schemeClr val="accent1">
                    <a:lumMod val="60000"/>
                    <a:lumOff val="40000"/>
                    <a:alpha val="100000"/>
                  </a:schemeClr>
                </a:gs>
              </a:gsLst>
              <a:lin ang="0" scaled="0"/>
            </a:gradFill>
            <a:headEnd type="oval"/>
          </a:ln>
        </p:spPr>
        <p:style>
          <a:lnRef idx="1">
            <a:schemeClr val="accent1"/>
          </a:lnRef>
          <a:fillRef idx="0">
            <a:schemeClr val="accent1"/>
          </a:fillRef>
          <a:effectRef idx="0">
            <a:schemeClr val="accent1"/>
          </a:effectRef>
          <a:fontRef idx="minor">
            <a:schemeClr val="tx1"/>
          </a:fontRef>
        </p:style>
      </p:cxnSp>
      <p:sp>
        <p:nvSpPr>
          <p:cNvPr id="55" name="矩形 54"/>
          <p:cNvSpPr/>
          <p:nvPr>
            <p:custDataLst>
              <p:tags r:id="rId30"/>
            </p:custDataLst>
          </p:nvPr>
        </p:nvSpPr>
        <p:spPr>
          <a:xfrm>
            <a:off x="688340" y="2469978"/>
            <a:ext cx="3017697" cy="358161"/>
          </a:xfrm>
          <a:prstGeom prst="rect">
            <a:avLst/>
          </a:prstGeom>
          <a:noFill/>
        </p:spPr>
        <p:txBody>
          <a:bodyPr wrap="square" lIns="0" tIns="0" rIns="0" bIns="0" rtlCol="0" anchor="b">
            <a:noAutofit/>
          </a:bodyPr>
          <a:p>
            <a:pPr algn="r">
              <a:spcBef>
                <a:spcPct val="0"/>
              </a:spcBef>
              <a:spcAft>
                <a:spcPct val="0"/>
              </a:spcAft>
            </a:pPr>
            <a:r>
              <a:rPr lang="zh-CN" altLang="en-US" sz="2000" b="1" dirty="0">
                <a:solidFill>
                  <a:schemeClr val="accent1"/>
                </a:solidFill>
                <a:latin typeface="+mn-ea"/>
                <a:cs typeface="+mn-ea"/>
              </a:rPr>
              <a:t>配置管理</a:t>
            </a:r>
            <a:endParaRPr lang="zh-CN" altLang="en-US" sz="2000" b="1" dirty="0">
              <a:solidFill>
                <a:schemeClr val="accent1"/>
              </a:solidFill>
              <a:latin typeface="+mn-ea"/>
              <a:cs typeface="+mn-ea"/>
            </a:endParaRPr>
          </a:p>
        </p:txBody>
      </p:sp>
      <p:sp>
        <p:nvSpPr>
          <p:cNvPr id="56" name="矩形 55"/>
          <p:cNvSpPr/>
          <p:nvPr>
            <p:custDataLst>
              <p:tags r:id="rId31"/>
            </p:custDataLst>
          </p:nvPr>
        </p:nvSpPr>
        <p:spPr>
          <a:xfrm>
            <a:off x="688340" y="2873861"/>
            <a:ext cx="3017697" cy="584234"/>
          </a:xfrm>
          <a:prstGeom prst="rect">
            <a:avLst/>
          </a:prstGeom>
          <a:noFill/>
        </p:spPr>
        <p:txBody>
          <a:bodyPr wrap="square" lIns="0" tIns="0" rIns="0" bIns="0" rtlCol="0" anchor="t" anchorCtr="0">
            <a:noAutofit/>
          </a:bodyPr>
          <a:p>
            <a:pPr algn="r">
              <a:lnSpc>
                <a:spcPct val="130000"/>
              </a:lnSpc>
              <a:spcBef>
                <a:spcPct val="0"/>
              </a:spcBef>
              <a:spcAft>
                <a:spcPct val="0"/>
              </a:spcAft>
            </a:pPr>
            <a:r>
              <a:rPr lang="zh-CN" altLang="en-US" sz="1400" dirty="0">
                <a:solidFill>
                  <a:schemeClr val="tx1">
                    <a:lumMod val="85000"/>
                    <a:lumOff val="15000"/>
                  </a:schemeClr>
                </a:solidFill>
                <a:latin typeface="+mn-ea"/>
                <a:cs typeface="+mn-ea"/>
                <a:sym typeface="+mn-ea"/>
              </a:rPr>
              <a:t>第</a:t>
            </a:r>
            <a:r>
              <a:rPr lang="en-US" altLang="zh-CN" sz="1400" dirty="0">
                <a:solidFill>
                  <a:schemeClr val="tx1">
                    <a:lumMod val="85000"/>
                    <a:lumOff val="15000"/>
                  </a:schemeClr>
                </a:solidFill>
                <a:latin typeface="+mn-ea"/>
                <a:cs typeface="+mn-ea"/>
                <a:sym typeface="+mn-ea"/>
              </a:rPr>
              <a:t>13-20</a:t>
            </a:r>
            <a:r>
              <a:rPr lang="zh-CN" altLang="en-US" sz="1400" dirty="0">
                <a:solidFill>
                  <a:schemeClr val="tx1">
                    <a:lumMod val="85000"/>
                    <a:lumOff val="15000"/>
                  </a:schemeClr>
                </a:solidFill>
                <a:latin typeface="+mn-ea"/>
                <a:cs typeface="+mn-ea"/>
                <a:sym typeface="+mn-ea"/>
              </a:rPr>
              <a:t>行</a:t>
            </a:r>
            <a:endParaRPr lang="zh-CN" altLang="en-US" sz="1400" dirty="0">
              <a:solidFill>
                <a:schemeClr val="tx1">
                  <a:lumMod val="85000"/>
                  <a:lumOff val="15000"/>
                </a:schemeClr>
              </a:solidFill>
              <a:latin typeface="+mn-ea"/>
              <a:cs typeface="+mn-ea"/>
              <a:sym typeface="+mn-ea"/>
            </a:endParaRPr>
          </a:p>
        </p:txBody>
      </p:sp>
    </p:spTree>
    <p:custDataLst>
      <p:tags r:id="rId3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主函数</a:t>
            </a:r>
            <a:endParaRPr lang="zh-CN" altLang="en-US"/>
          </a:p>
        </p:txBody>
      </p:sp>
      <p:sp>
        <p:nvSpPr>
          <p:cNvPr id="3" name="内容占位符 2"/>
          <p:cNvSpPr>
            <a:spLocks noGrp="1"/>
          </p:cNvSpPr>
          <p:nvPr>
            <p:ph idx="1"/>
            <p:custDataLst>
              <p:tags r:id="rId2"/>
            </p:custDataLst>
          </p:nvPr>
        </p:nvSpPr>
        <p:spPr/>
        <p:txBody>
          <a:bodyPr>
            <a:normAutofit lnSpcReduction="20000"/>
          </a:bodyPr>
          <a:p>
            <a:r>
              <a:rPr lang="en-US" altLang="zh-CN"/>
              <a:t>1</a:t>
            </a:r>
            <a:r>
              <a:rPr lang="zh-CN" altLang="en-US"/>
              <a:t>、清晰的三步流程：</a:t>
            </a:r>
            <a:endParaRPr lang="zh-CN" altLang="en-US"/>
          </a:p>
          <a:p>
            <a:pPr marL="0" indent="0">
              <a:buNone/>
            </a:pPr>
            <a:r>
              <a:rPr lang="en-US" altLang="zh-CN"/>
              <a:t>      </a:t>
            </a:r>
            <a:r>
              <a:rPr lang="zh-CN" altLang="en-US"/>
              <a:t>步骤1：读取问题（第171-176行）</a:t>
            </a:r>
            <a:endParaRPr lang="zh-CN" altLang="en-US"/>
          </a:p>
          <a:p>
            <a:pPr marL="0" indent="0">
              <a:buNone/>
            </a:pPr>
            <a:r>
              <a:rPr lang="en-US" altLang="zh-CN"/>
              <a:t>      </a:t>
            </a:r>
            <a:r>
              <a:rPr lang="zh-CN" altLang="en-US"/>
              <a:t>步骤2：批量处理（第179-180行）</a:t>
            </a:r>
            <a:endParaRPr lang="zh-CN" altLang="en-US"/>
          </a:p>
          <a:p>
            <a:pPr marL="0" indent="0">
              <a:buNone/>
            </a:pPr>
            <a:r>
              <a:rPr lang="en-US" altLang="zh-CN"/>
              <a:t>      </a:t>
            </a:r>
            <a:r>
              <a:rPr lang="zh-CN" altLang="en-US"/>
              <a:t>步骤3：保存结果（第183-184行）</a:t>
            </a:r>
            <a:endParaRPr lang="zh-CN" altLang="en-US"/>
          </a:p>
          <a:p>
            <a:r>
              <a:rPr lang="en-US" altLang="zh-CN"/>
              <a:t>2</a:t>
            </a:r>
            <a:r>
              <a:rPr lang="zh-CN" altLang="en-US"/>
              <a:t>、早期退出机制（第174-176行）：</a:t>
            </a:r>
            <a:endParaRPr lang="zh-CN" altLang="en-US"/>
          </a:p>
          <a:p>
            <a:pPr marL="0" indent="0">
              <a:buNone/>
            </a:pPr>
            <a:r>
              <a:rPr lang="en-US" altLang="zh-CN"/>
              <a:t>      </a:t>
            </a:r>
            <a:r>
              <a:rPr lang="zh-CN" altLang="en-US"/>
              <a:t>如果没有读取到问题，立即退出，避免无意义的后续处理</a:t>
            </a:r>
            <a:endParaRPr lang="zh-CN" altLang="en-US"/>
          </a:p>
          <a:p>
            <a:r>
              <a:rPr lang="en-US" altLang="zh-CN"/>
              <a:t>3</a:t>
            </a:r>
            <a:r>
              <a:rPr lang="zh-CN" altLang="en-US"/>
              <a:t>、友好的用户界面：</a:t>
            </a:r>
            <a:endParaRPr lang="zh-CN" altLang="en-US"/>
          </a:p>
          <a:p>
            <a:pPr marL="0" indent="0">
              <a:buNone/>
            </a:pPr>
            <a:r>
              <a:rPr lang="en-US" altLang="zh-CN"/>
              <a:t>      </a:t>
            </a:r>
            <a:r>
              <a:rPr lang="zh-CN" altLang="en-US"/>
              <a:t>使用</a:t>
            </a:r>
            <a:r>
              <a:rPr lang="en-US" altLang="zh-CN"/>
              <a:t>emoji</a:t>
            </a:r>
            <a:r>
              <a:rPr lang="zh-CN" altLang="en-US"/>
              <a:t>图标增强可读性</a:t>
            </a:r>
            <a:endParaRPr lang="zh-CN" altLang="en-US"/>
          </a:p>
          <a:p>
            <a:pPr marL="0" indent="0">
              <a:buNone/>
            </a:pPr>
            <a:r>
              <a:rPr lang="en-US" altLang="zh-CN"/>
              <a:t>      </a:t>
            </a:r>
            <a:r>
              <a:rPr lang="zh-CN" altLang="en-US"/>
              <a:t>每步都有清晰的提示</a:t>
            </a:r>
            <a:endParaRPr lang="zh-CN" altLang="en-US"/>
          </a:p>
          <a:p>
            <a:pPr marL="0" indent="0">
              <a:buNone/>
            </a:pPr>
            <a:r>
              <a:rPr lang="en-US" altLang="zh-CN"/>
              <a:t>      </a:t>
            </a:r>
            <a:r>
              <a:rPr lang="zh-CN" altLang="en-US"/>
              <a:t>分隔线划分不同阶段</a:t>
            </a:r>
            <a:endParaRPr lang="zh-CN" altLang="en-US"/>
          </a:p>
        </p:txBody>
      </p:sp>
      <p:pic>
        <p:nvPicPr>
          <p:cNvPr id="4" name="图片 3"/>
          <p:cNvPicPr>
            <a:picLocks noChangeAspect="1"/>
          </p:cNvPicPr>
          <p:nvPr/>
        </p:nvPicPr>
        <p:blipFill>
          <a:blip r:embed="rId3"/>
          <a:stretch>
            <a:fillRect/>
          </a:stretch>
        </p:blipFill>
        <p:spPr>
          <a:xfrm>
            <a:off x="7516495" y="934085"/>
            <a:ext cx="4349750" cy="541655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任意多边形 42"/>
          <p:cNvSpPr/>
          <p:nvPr>
            <p:custDataLst>
              <p:tags r:id="rId1"/>
            </p:custDataLst>
          </p:nvPr>
        </p:nvSpPr>
        <p:spPr>
          <a:xfrm>
            <a:off x="0" y="5709920"/>
            <a:ext cx="1006475" cy="114808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585" h="1808">
                <a:moveTo>
                  <a:pt x="260" y="0"/>
                </a:moveTo>
                <a:cubicBezTo>
                  <a:pt x="992" y="0"/>
                  <a:pt x="1585" y="593"/>
                  <a:pt x="1585" y="1326"/>
                </a:cubicBezTo>
                <a:cubicBezTo>
                  <a:pt x="1585" y="1486"/>
                  <a:pt x="1557" y="1639"/>
                  <a:pt x="1505" y="1781"/>
                </a:cubicBezTo>
                <a:lnTo>
                  <a:pt x="1494" y="1808"/>
                </a:lnTo>
                <a:lnTo>
                  <a:pt x="0" y="1808"/>
                </a:lnTo>
                <a:lnTo>
                  <a:pt x="0" y="25"/>
                </a:lnTo>
                <a:lnTo>
                  <a:pt x="25" y="21"/>
                </a:lnTo>
                <a:cubicBezTo>
                  <a:pt x="101" y="7"/>
                  <a:pt x="179" y="0"/>
                  <a:pt x="260" y="0"/>
                </a:cubicBezTo>
                <a:close/>
              </a:path>
            </a:pathLst>
          </a:custGeom>
          <a:solidFill>
            <a:schemeClr val="accent1">
              <a:lumMod val="60000"/>
              <a:lumOff val="4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42" name="同心圆 41"/>
          <p:cNvSpPr/>
          <p:nvPr>
            <p:custDataLst>
              <p:tags r:id="rId2"/>
            </p:custDataLst>
          </p:nvPr>
        </p:nvSpPr>
        <p:spPr>
          <a:xfrm>
            <a:off x="10673080" y="1353820"/>
            <a:ext cx="828040" cy="828040"/>
          </a:xfrm>
          <a:prstGeom prst="donut">
            <a:avLst/>
          </a:prstGeom>
          <a:solidFill>
            <a:schemeClr val="accent1">
              <a:lumMod val="60000"/>
              <a:lumOff val="40000"/>
              <a:alpha val="2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2" name="标题 1"/>
          <p:cNvSpPr>
            <a:spLocks noGrp="1"/>
          </p:cNvSpPr>
          <p:nvPr>
            <p:ph type="title"/>
            <p:custDataLst>
              <p:tags r:id="rId3"/>
            </p:custDataLst>
          </p:nvPr>
        </p:nvSpPr>
        <p:spPr/>
        <p:txBody>
          <a:bodyPr/>
          <a:lstStyle/>
          <a:p>
            <a:r>
              <a:rPr lang="zh-CN" altLang="en-US"/>
              <a:t>四、</a:t>
            </a:r>
            <a:r>
              <a:rPr lang="en-US" altLang="zh-CN"/>
              <a:t>json</a:t>
            </a:r>
            <a:r>
              <a:rPr lang="zh-CN" altLang="en-US"/>
              <a:t>转</a:t>
            </a:r>
            <a:r>
              <a:rPr lang="en-US" altLang="zh-CN"/>
              <a:t>csv</a:t>
            </a:r>
            <a:endParaRPr lang="en-US" altLang="zh-CN"/>
          </a:p>
        </p:txBody>
      </p:sp>
      <p:pic>
        <p:nvPicPr>
          <p:cNvPr id="63" name="图片 62" descr="F:/素材图片5/jimeng-2025-08-04-2571-一瓶绿色洗发水被放在冰块里，上面写着一些单词，里面还有一些小植物。整体风格简约而_.jpgjimeng-2025-08-04-2571-一瓶绿色洗发水被放在冰块里，上面写着一些单词，里面还有一些小植物。整体风格简约而_"/>
          <p:cNvPicPr>
            <a:picLocks noChangeAspect="1"/>
          </p:cNvPicPr>
          <p:nvPr>
            <p:custDataLst>
              <p:tags r:id="rId4"/>
            </p:custDataLst>
          </p:nvPr>
        </p:nvPicPr>
        <p:blipFill>
          <a:blip r:embed="rId5"/>
          <a:srcRect t="5753" b="5753"/>
          <a:stretch>
            <a:fillRect/>
          </a:stretch>
        </p:blipFill>
        <p:spPr>
          <a:xfrm>
            <a:off x="6748780" y="1684020"/>
            <a:ext cx="4423410" cy="4587240"/>
          </a:xfrm>
          <a:prstGeom prst="roundRect">
            <a:avLst>
              <a:gd name="adj" fmla="val 3646"/>
            </a:avLst>
          </a:prstGeom>
          <a:solidFill>
            <a:schemeClr val="accent1"/>
          </a:solidFill>
          <a:ln>
            <a:solidFill>
              <a:schemeClr val="accent1">
                <a:alpha val="25000"/>
              </a:schemeClr>
            </a:solidFill>
          </a:ln>
          <a:effectLst>
            <a:outerShdw blurRad="368300" dist="241300" dir="2700000" algn="tl" rotWithShape="0">
              <a:schemeClr val="accent1">
                <a:lumMod val="75000"/>
                <a:alpha val="5000"/>
              </a:schemeClr>
            </a:outerShdw>
          </a:effectLst>
        </p:spPr>
      </p:pic>
      <p:sp>
        <p:nvSpPr>
          <p:cNvPr id="228" name="边界"/>
          <p:cNvSpPr/>
          <p:nvPr>
            <p:custDataLst>
              <p:tags r:id="rId6"/>
            </p:custDataLst>
          </p:nvPr>
        </p:nvSpPr>
        <p:spPr>
          <a:xfrm>
            <a:off x="716592" y="1698629"/>
            <a:ext cx="5216396" cy="4599932"/>
          </a:xfrm>
          <a:prstGeom prst="rect">
            <a:avLst/>
          </a:prstGeom>
          <a:solidFill>
            <a:srgbClr val="FFFFFF">
              <a:alpha val="0"/>
            </a:srgb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22" name="矩形 21"/>
          <p:cNvSpPr/>
          <p:nvPr>
            <p:custDataLst>
              <p:tags r:id="rId7"/>
            </p:custDataLst>
          </p:nvPr>
        </p:nvSpPr>
        <p:spPr>
          <a:xfrm>
            <a:off x="716592" y="1698629"/>
            <a:ext cx="5216537" cy="1371226"/>
          </a:xfrm>
          <a:prstGeom prst="rect">
            <a:avLst/>
          </a:prstGeom>
          <a:solidFill>
            <a:schemeClr val="accent1">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396240" tIns="71755" rIns="396240" bIns="107950" rtlCol="0" anchor="ctr">
            <a:noAutofit/>
          </a:bodyPr>
          <a:p>
            <a:pPr indent="0" algn="just" fontAlgn="auto">
              <a:lnSpc>
                <a:spcPct val="150000"/>
              </a:lnSpc>
            </a:pPr>
            <a:r>
              <a:rPr lang="zh-CN" altLang="en-US" sz="2000">
                <a:solidFill>
                  <a:schemeClr val="tx1"/>
                </a:solidFill>
              </a:rPr>
              <a:t>测试完成后以</a:t>
            </a:r>
            <a:r>
              <a:rPr lang="en-US" altLang="zh-CN" sz="2000">
                <a:solidFill>
                  <a:schemeClr val="tx1"/>
                </a:solidFill>
              </a:rPr>
              <a:t>json</a:t>
            </a:r>
            <a:r>
              <a:rPr lang="zh-CN" altLang="en-US" sz="2000">
                <a:solidFill>
                  <a:schemeClr val="tx1"/>
                </a:solidFill>
              </a:rPr>
              <a:t>文件的形式保存</a:t>
            </a:r>
            <a:endParaRPr lang="zh-CN" altLang="en-US" sz="2000">
              <a:solidFill>
                <a:schemeClr val="tx1"/>
              </a:solidFill>
            </a:endParaRPr>
          </a:p>
        </p:txBody>
      </p:sp>
      <p:sp>
        <p:nvSpPr>
          <p:cNvPr id="24" name="矩形 23"/>
          <p:cNvSpPr/>
          <p:nvPr>
            <p:custDataLst>
              <p:tags r:id="rId8"/>
            </p:custDataLst>
          </p:nvPr>
        </p:nvSpPr>
        <p:spPr>
          <a:xfrm>
            <a:off x="722981" y="1698629"/>
            <a:ext cx="58146" cy="1371226"/>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9" name="矩形 2"/>
          <p:cNvSpPr/>
          <p:nvPr>
            <p:custDataLst>
              <p:tags r:id="rId9"/>
            </p:custDataLst>
          </p:nvPr>
        </p:nvSpPr>
        <p:spPr>
          <a:xfrm>
            <a:off x="716592" y="4927335"/>
            <a:ext cx="5216537" cy="1371226"/>
          </a:xfrm>
          <a:prstGeom prst="rect">
            <a:avLst/>
          </a:prstGeom>
          <a:solidFill>
            <a:schemeClr val="accent3">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396240" tIns="71755" rIns="396240" bIns="107950" rtlCol="0" anchor="ctr">
            <a:noAutofit/>
          </a:bodyPr>
          <a:p>
            <a:pPr indent="0" algn="just" fontAlgn="auto">
              <a:lnSpc>
                <a:spcPct val="150000"/>
              </a:lnSpc>
            </a:pPr>
            <a:r>
              <a:rPr lang="en-US" altLang="en-US" sz="2000">
                <a:solidFill>
                  <a:schemeClr val="tx1"/>
                </a:solidFill>
              </a:rPr>
              <a:t>csv</a:t>
            </a:r>
            <a:r>
              <a:rPr lang="zh-CN" altLang="en-US" sz="2000">
                <a:solidFill>
                  <a:schemeClr val="tx1"/>
                </a:solidFill>
              </a:rPr>
              <a:t>格式具体要求在代码中呈现</a:t>
            </a:r>
            <a:endParaRPr lang="zh-CN" altLang="en-US" sz="2000">
              <a:solidFill>
                <a:schemeClr val="tx1"/>
              </a:solidFill>
            </a:endParaRPr>
          </a:p>
        </p:txBody>
      </p:sp>
      <p:sp>
        <p:nvSpPr>
          <p:cNvPr id="11" name="矩形 3"/>
          <p:cNvSpPr/>
          <p:nvPr>
            <p:custDataLst>
              <p:tags r:id="rId10"/>
            </p:custDataLst>
          </p:nvPr>
        </p:nvSpPr>
        <p:spPr>
          <a:xfrm>
            <a:off x="722981" y="4927335"/>
            <a:ext cx="58146" cy="1371226"/>
          </a:xfrm>
          <a:prstGeom prst="rect">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
        <p:nvSpPr>
          <p:cNvPr id="15" name="矩形 4"/>
          <p:cNvSpPr/>
          <p:nvPr>
            <p:custDataLst>
              <p:tags r:id="rId11"/>
            </p:custDataLst>
          </p:nvPr>
        </p:nvSpPr>
        <p:spPr>
          <a:xfrm>
            <a:off x="716592" y="3313302"/>
            <a:ext cx="5216537" cy="1371226"/>
          </a:xfrm>
          <a:prstGeom prst="rect">
            <a:avLst/>
          </a:prstGeom>
          <a:solidFill>
            <a:schemeClr val="accent2">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396240" tIns="71755" rIns="396240" bIns="107950" rtlCol="0" anchor="ctr">
            <a:noAutofit/>
          </a:bodyPr>
          <a:p>
            <a:pPr indent="0" algn="just" fontAlgn="auto">
              <a:lnSpc>
                <a:spcPct val="150000"/>
              </a:lnSpc>
            </a:pPr>
            <a:r>
              <a:rPr lang="zh-CN" altLang="en-US" sz="2000">
                <a:solidFill>
                  <a:schemeClr val="tx1"/>
                </a:solidFill>
              </a:rPr>
              <a:t>由于竞赛要求</a:t>
            </a:r>
            <a:r>
              <a:rPr lang="en-US" altLang="zh-CN" sz="2000">
                <a:solidFill>
                  <a:schemeClr val="tx1"/>
                </a:solidFill>
              </a:rPr>
              <a:t>,</a:t>
            </a:r>
            <a:r>
              <a:rPr lang="zh-CN" altLang="en-US" sz="2000">
                <a:solidFill>
                  <a:schemeClr val="tx1"/>
                </a:solidFill>
              </a:rPr>
              <a:t>转化为</a:t>
            </a:r>
            <a:r>
              <a:rPr lang="en-US" altLang="zh-CN" sz="2000">
                <a:solidFill>
                  <a:schemeClr val="tx1"/>
                </a:solidFill>
              </a:rPr>
              <a:t>csv</a:t>
            </a:r>
            <a:r>
              <a:rPr lang="zh-CN" altLang="en-US" sz="2000">
                <a:solidFill>
                  <a:schemeClr val="tx1"/>
                </a:solidFill>
              </a:rPr>
              <a:t>格式</a:t>
            </a:r>
            <a:endParaRPr lang="zh-CN" altLang="en-US" sz="2000">
              <a:solidFill>
                <a:schemeClr val="tx1"/>
              </a:solidFill>
            </a:endParaRPr>
          </a:p>
        </p:txBody>
      </p:sp>
      <p:sp>
        <p:nvSpPr>
          <p:cNvPr id="16" name="矩形 5"/>
          <p:cNvSpPr/>
          <p:nvPr>
            <p:custDataLst>
              <p:tags r:id="rId12"/>
            </p:custDataLst>
          </p:nvPr>
        </p:nvSpPr>
        <p:spPr>
          <a:xfrm>
            <a:off x="722981" y="3313302"/>
            <a:ext cx="58146" cy="1371226"/>
          </a:xfrm>
          <a:prstGeom prst="rect">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spTree>
    <p:custDataLst>
      <p:tags r:id="rId1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具体</a:t>
            </a:r>
            <a:r>
              <a:rPr lang="zh-CN" altLang="en-US"/>
              <a:t>操作</a:t>
            </a:r>
            <a:endParaRPr lang="zh-CN" altLang="en-US"/>
          </a:p>
        </p:txBody>
      </p:sp>
      <p:sp>
        <p:nvSpPr>
          <p:cNvPr id="3" name="内容占位符 2"/>
          <p:cNvSpPr>
            <a:spLocks noGrp="1"/>
          </p:cNvSpPr>
          <p:nvPr>
            <p:ph idx="1"/>
            <p:custDataLst>
              <p:tags r:id="rId2"/>
            </p:custDataLst>
          </p:nvPr>
        </p:nvSpPr>
        <p:spPr/>
        <p:txBody>
          <a:bodyPr/>
          <a:p>
            <a:r>
              <a:rPr lang="zh-CN" altLang="en-US"/>
              <a:t>读取</a:t>
            </a:r>
            <a:r>
              <a:rPr lang="en-US" altLang="zh-CN"/>
              <a:t>JSON</a:t>
            </a:r>
            <a:r>
              <a:rPr lang="zh-CN" altLang="en-US"/>
              <a:t>文件</a:t>
            </a:r>
            <a:endParaRPr lang="zh-CN" altLang="en-US"/>
          </a:p>
          <a:p>
            <a:r>
              <a:rPr lang="zh-CN" altLang="en-US"/>
              <a:t>确定输出路径</a:t>
            </a:r>
            <a:endParaRPr lang="zh-CN" altLang="en-US"/>
          </a:p>
          <a:p>
            <a:r>
              <a:rPr lang="en-US" altLang="zh-CN"/>
              <a:t>CSV</a:t>
            </a:r>
            <a:r>
              <a:rPr lang="zh-CN" altLang="en-US"/>
              <a:t>写入配置</a:t>
            </a:r>
            <a:endParaRPr lang="zh-CN" altLang="en-US"/>
          </a:p>
          <a:p>
            <a:r>
              <a:rPr lang="zh-CN" altLang="en-US"/>
              <a:t>数据统计初始化</a:t>
            </a:r>
            <a:endParaRPr lang="zh-CN" altLang="en-US"/>
          </a:p>
          <a:p>
            <a:r>
              <a:rPr lang="zh-CN" altLang="en-US"/>
              <a:t>逐条处理数据</a:t>
            </a:r>
            <a:endParaRPr lang="zh-CN" altLang="en-US"/>
          </a:p>
          <a:p>
            <a:r>
              <a:rPr lang="zh-CN" altLang="en-US"/>
              <a:t>写入</a:t>
            </a:r>
            <a:r>
              <a:rPr lang="en-US" altLang="zh-CN"/>
              <a:t>CSV</a:t>
            </a:r>
            <a:r>
              <a:rPr lang="zh-CN" altLang="en-US"/>
              <a:t>行</a:t>
            </a:r>
            <a:endParaRPr lang="zh-CN" altLang="en-US"/>
          </a:p>
        </p:txBody>
      </p:sp>
      <p:pic>
        <p:nvPicPr>
          <p:cNvPr id="4" name="图片 3"/>
          <p:cNvPicPr>
            <a:picLocks noChangeAspect="1"/>
          </p:cNvPicPr>
          <p:nvPr/>
        </p:nvPicPr>
        <p:blipFill>
          <a:blip r:embed="rId3"/>
          <a:stretch>
            <a:fillRect/>
          </a:stretch>
        </p:blipFill>
        <p:spPr>
          <a:xfrm>
            <a:off x="5074285" y="374015"/>
            <a:ext cx="3651885" cy="2310130"/>
          </a:xfrm>
          <a:prstGeom prst="rect">
            <a:avLst/>
          </a:prstGeom>
        </p:spPr>
      </p:pic>
      <p:pic>
        <p:nvPicPr>
          <p:cNvPr id="5" name="图片 4"/>
          <p:cNvPicPr>
            <a:picLocks noChangeAspect="1"/>
          </p:cNvPicPr>
          <p:nvPr/>
        </p:nvPicPr>
        <p:blipFill>
          <a:blip r:embed="rId4"/>
          <a:stretch>
            <a:fillRect/>
          </a:stretch>
        </p:blipFill>
        <p:spPr>
          <a:xfrm>
            <a:off x="8844915" y="260350"/>
            <a:ext cx="3168650" cy="3276600"/>
          </a:xfrm>
          <a:prstGeom prst="rect">
            <a:avLst/>
          </a:prstGeom>
        </p:spPr>
      </p:pic>
      <p:pic>
        <p:nvPicPr>
          <p:cNvPr id="6" name="图片 5"/>
          <p:cNvPicPr>
            <a:picLocks noChangeAspect="1"/>
          </p:cNvPicPr>
          <p:nvPr/>
        </p:nvPicPr>
        <p:blipFill>
          <a:blip r:embed="rId5"/>
          <a:stretch>
            <a:fillRect/>
          </a:stretch>
        </p:blipFill>
        <p:spPr>
          <a:xfrm>
            <a:off x="5226685" y="3776345"/>
            <a:ext cx="6692900" cy="2768600"/>
          </a:xfrm>
          <a:prstGeom prst="rect">
            <a:avLst/>
          </a:prstGeom>
        </p:spPr>
      </p:pic>
    </p:spTree>
    <p:custDataLst>
      <p:tags r:id="rId6"/>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2442845" y="2763520"/>
            <a:ext cx="2976245" cy="1447800"/>
          </a:xfrm>
        </p:spPr>
        <p:txBody>
          <a:bodyPr lIns="0" tIns="0" rIns="0" bIns="0" anchor="ctr" anchorCtr="0">
            <a:normAutofit/>
          </a:bodyPr>
          <a:lstStyle/>
          <a:p>
            <a:pPr algn="l"/>
            <a:r>
              <a:rPr lang="en-US" altLang="en-US" sz="4400">
                <a:sym typeface="+mn-ea"/>
              </a:rPr>
              <a:t>agent</a:t>
            </a:r>
            <a:r>
              <a:rPr lang="zh-CN" altLang="en-US" sz="4400">
                <a:sym typeface="+mn-ea"/>
              </a:rPr>
              <a:t>前端展示：</a:t>
            </a:r>
            <a:endParaRPr lang="zh-CN" altLang="en-US" sz="4400">
              <a:sym typeface="+mn-ea"/>
            </a:endParaRPr>
          </a:p>
        </p:txBody>
      </p:sp>
      <p:sp>
        <p:nvSpPr>
          <p:cNvPr id="22" name="任意多边形 21"/>
          <p:cNvSpPr/>
          <p:nvPr>
            <p:custDataLst>
              <p:tags r:id="rId2"/>
            </p:custDataLst>
          </p:nvPr>
        </p:nvSpPr>
        <p:spPr>
          <a:xfrm>
            <a:off x="1818640" y="1058545"/>
            <a:ext cx="4249420" cy="4857750"/>
          </a:xfrm>
          <a:custGeom>
            <a:avLst/>
            <a:gdLst>
              <a:gd name="connisteX0" fmla="*/ 2085975 w 2095500"/>
              <a:gd name="connsiteY0" fmla="*/ 733425 h 2486025"/>
              <a:gd name="connisteX1" fmla="*/ 2085975 w 2095500"/>
              <a:gd name="connsiteY1" fmla="*/ 409575 h 2486025"/>
              <a:gd name="connisteX2" fmla="*/ 0 w 2095500"/>
              <a:gd name="connsiteY2" fmla="*/ 0 h 2486025"/>
              <a:gd name="connisteX3" fmla="*/ 0 w 2095500"/>
              <a:gd name="connsiteY3" fmla="*/ 2486025 h 2486025"/>
              <a:gd name="connisteX4" fmla="*/ 2095500 w 2095500"/>
              <a:gd name="connsiteY4" fmla="*/ 2085975 h 2486025"/>
              <a:gd name="connisteX5" fmla="*/ 2095500 w 2095500"/>
              <a:gd name="connsiteY5" fmla="*/ 1724025 h 248602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2095500" h="2486025">
                <a:moveTo>
                  <a:pt x="2085975" y="733425"/>
                </a:moveTo>
                <a:lnTo>
                  <a:pt x="2085975" y="409575"/>
                </a:lnTo>
                <a:lnTo>
                  <a:pt x="0" y="0"/>
                </a:lnTo>
                <a:lnTo>
                  <a:pt x="0" y="2486025"/>
                </a:lnTo>
                <a:lnTo>
                  <a:pt x="2095500" y="2085975"/>
                </a:lnTo>
                <a:lnTo>
                  <a:pt x="2095500" y="1724025"/>
                </a:lnTo>
              </a:path>
            </a:pathLst>
          </a:custGeom>
          <a:noFill/>
          <a:ln w="381000">
            <a:gradFill>
              <a:gsLst>
                <a:gs pos="59000">
                  <a:schemeClr val="accent1">
                    <a:lumMod val="60000"/>
                    <a:lumOff val="40000"/>
                    <a:alpha val="65000"/>
                  </a:schemeClr>
                </a:gs>
                <a:gs pos="0">
                  <a:schemeClr val="accent1">
                    <a:lumMod val="40000"/>
                    <a:lumOff val="60000"/>
                    <a:alpha val="50000"/>
                  </a:schemeClr>
                </a:gs>
              </a:gsLst>
              <a:lin ang="0" scaled="1"/>
            </a:gradFill>
            <a:roun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3" name="直接连接符 22"/>
          <p:cNvCxnSpPr/>
          <p:nvPr>
            <p:custDataLst>
              <p:tags r:id="rId3"/>
            </p:custDataLst>
          </p:nvPr>
        </p:nvCxnSpPr>
        <p:spPr>
          <a:xfrm>
            <a:off x="5640705" y="2880995"/>
            <a:ext cx="0" cy="1212850"/>
          </a:xfrm>
          <a:prstGeom prst="line">
            <a:avLst/>
          </a:prstGeom>
          <a:ln cap="rnd">
            <a:solidFill>
              <a:schemeClr val="tx1">
                <a:lumMod val="50000"/>
                <a:lumOff val="50000"/>
                <a:alpha val="63000"/>
              </a:schemeClr>
            </a:solidFill>
          </a:ln>
        </p:spPr>
        <p:style>
          <a:lnRef idx="2">
            <a:schemeClr val="accent1"/>
          </a:lnRef>
          <a:fillRef idx="0">
            <a:srgbClr val="FFFFFF"/>
          </a:fillRef>
          <a:effectRef idx="0">
            <a:srgbClr val="FFFFFF"/>
          </a:effectRef>
          <a:fontRef idx="minor">
            <a:schemeClr val="tx1"/>
          </a:fontRef>
        </p:style>
      </p:cxnSp>
      <p:sp>
        <p:nvSpPr>
          <p:cNvPr id="25" name="文本框 24"/>
          <p:cNvSpPr txBox="1"/>
          <p:nvPr>
            <p:custDataLst>
              <p:tags r:id="rId4"/>
            </p:custDataLst>
          </p:nvPr>
        </p:nvSpPr>
        <p:spPr>
          <a:xfrm>
            <a:off x="5862320" y="2763520"/>
            <a:ext cx="4763135" cy="1447800"/>
          </a:xfrm>
          <a:prstGeom prst="rect">
            <a:avLst/>
          </a:prstGeom>
          <a:noFill/>
        </p:spPr>
        <p:txBody>
          <a:bodyPr wrap="square" rtlCol="0" anchor="ctr" anchorCtr="0">
            <a:normAutofit/>
          </a:bodyPr>
          <a:lstStyle/>
          <a:p>
            <a:pPr indent="0" algn="l">
              <a:lnSpc>
                <a:spcPct val="150000"/>
              </a:lnSpc>
              <a:spcBef>
                <a:spcPct val="0"/>
              </a:spcBef>
              <a:spcAft>
                <a:spcPct val="0"/>
              </a:spcAft>
              <a:buNone/>
            </a:pPr>
            <a:r>
              <a:rPr lang="en-US" altLang="en-US" sz="2400">
                <a:ln>
                  <a:noFill/>
                  <a:prstDash val="sysDot"/>
                </a:ln>
                <a:solidFill>
                  <a:schemeClr val="tx1">
                    <a:lumMod val="85000"/>
                    <a:lumOff val="15000"/>
                  </a:schemeClr>
                </a:solidFill>
                <a:effectLst/>
                <a:latin typeface="+mn-ea"/>
                <a:cs typeface="+mn-ea"/>
                <a:sym typeface="+mn-ea"/>
              </a:rPr>
              <a:t>http://localhost:8000 </a:t>
            </a:r>
            <a:r>
              <a:rPr lang="zh-CN" altLang="en-US" sz="2400">
                <a:ln>
                  <a:noFill/>
                  <a:prstDash val="sysDot"/>
                </a:ln>
                <a:solidFill>
                  <a:schemeClr val="tx1">
                    <a:lumMod val="85000"/>
                    <a:lumOff val="15000"/>
                  </a:schemeClr>
                </a:solidFill>
                <a:effectLst/>
                <a:latin typeface="+mn-ea"/>
                <a:cs typeface="+mn-ea"/>
                <a:sym typeface="+mn-ea"/>
              </a:rPr>
              <a:t>或</a:t>
            </a:r>
            <a:r>
              <a:rPr lang="en-US" altLang="zh-CN" sz="2400">
                <a:ln>
                  <a:noFill/>
                  <a:prstDash val="sysDot"/>
                </a:ln>
                <a:solidFill>
                  <a:schemeClr val="tx1">
                    <a:lumMod val="85000"/>
                    <a:lumOff val="15000"/>
                  </a:schemeClr>
                </a:solidFill>
                <a:effectLst/>
                <a:latin typeface="+mn-ea"/>
                <a:cs typeface="+mn-ea"/>
                <a:sym typeface="+mn-ea"/>
              </a:rPr>
              <a:t> http://127.0.0.1:8000</a:t>
            </a:r>
            <a:endParaRPr lang="en-US" altLang="zh-CN" sz="2400">
              <a:ln>
                <a:noFill/>
                <a:prstDash val="sysDot"/>
              </a:ln>
              <a:solidFill>
                <a:schemeClr val="tx1">
                  <a:lumMod val="85000"/>
                  <a:lumOff val="15000"/>
                </a:schemeClr>
              </a:solidFill>
              <a:effectLst/>
              <a:latin typeface="+mn-ea"/>
              <a:cs typeface="+mn-ea"/>
              <a:sym typeface="+mn-ea"/>
            </a:endParaRPr>
          </a:p>
        </p:txBody>
      </p:sp>
    </p:spTree>
    <p:custDataLst>
      <p:tags r:id="rId5"/>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3"/>
</p:tagLst>
</file>

<file path=ppt/tags/tag71.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8"/>
</p:tagLst>
</file>

<file path=ppt/tags/tag75.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5192"/>
</p:tagLst>
</file>

<file path=ppt/tags/tag7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40495192"/>
</p:tagLst>
</file>

<file path=ppt/tags/tag7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2.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40495192"/>
  <p:tag name="KSO_WM_TEMPLATE_CATEGORY" val="custom"/>
  <p:tag name="KSO_WM_TEMPLATE_MASTER_TYPE" val="0"/>
</p:tagLst>
</file>

<file path=ppt/tags/tag83.xml><?xml version="1.0" encoding="utf-8"?>
<p:tagLst xmlns:p="http://schemas.openxmlformats.org/presentationml/2006/main">
  <p:tag name="KSO_WM_UNIT_TYPE" val="a"/>
  <p:tag name="KSO_WM_UNIT_INDEX" val="1"/>
  <p:tag name="KSO_WM_BEAUTIFY_FLAG" val="#wm#"/>
  <p:tag name="KSO_WM_TAG_VERSION" val="3.0"/>
  <p:tag name="KSO_WM_UNIT_ID" val="custom40495192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40495192"/>
  <p:tag name="KSO_WM_TEMPLATE_CATEGORY" val="custom"/>
  <p:tag name="KSO_WM_UNIT_ISCONTENTSTITLE" val="0"/>
  <p:tag name="KSO_WM_UNIT_PRESET_TEXT" val="单击添加文档的标题"/>
</p:tagLst>
</file>

<file path=ppt/tags/tag8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40495192_1*f*1"/>
  <p:tag name="KSO_WM_UNIT_ISNUMDGMTITLE" val="0"/>
  <p:tag name="KSO_WM_UNIT_HIGHLIGHT" val="0"/>
  <p:tag name="KSO_WM_UNIT_COMPATIBLE" val="0"/>
  <p:tag name="KSO_WM_UNIT_DIAGRAM_ISNUMVISUAL" val="0"/>
  <p:tag name="KSO_WM_UNIT_DIAGRAM_ISREFERUNIT" val="0"/>
  <p:tag name="KSO_WM_UNIT_LAYERLEVEL" val="1"/>
  <p:tag name="KSO_WM_TEMPLATE_INDEX" val="40495192"/>
  <p:tag name="KSO_WM_TEMPLATE_CATEGORY" val="custom"/>
  <p:tag name="KSO_WM_UNIT_TEXT_LAYER_COUNT" val="1"/>
  <p:tag name="KSO_WM_UNIT_TEXT_TYPE" val="1"/>
  <p:tag name="KSO_WM_UNIT_NOCLEAR" val="0"/>
  <p:tag name="KSO_WM_UNIT_PRESET_TEXT" val="汇报人：WPS"/>
</p:tagLst>
</file>

<file path=ppt/tags/tag85.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40495192"/>
  <p:tag name="KSO_WM_TEMPLATE_CATEGORY" val="custom"/>
  <p:tag name="KSO_WM_SLIDE_INDEX" val="1"/>
  <p:tag name="KSO_WM_SLIDE_ID" val="custom40495192_1"/>
  <p:tag name="KSO_WM_TEMPLATE_MASTER_TYPE" val="0"/>
  <p:tag name="KSO_WM_SLIDE_LAYOUT" val="a_f"/>
  <p:tag name="KSO_WM_SLIDE_LAYOUT_CNT" val="1_1"/>
</p:tagLst>
</file>

<file path=ppt/tags/tag8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5151_5*a*1"/>
  <p:tag name="KSO_WM_TEMPLATE_CATEGORY" val="diagram"/>
  <p:tag name="KSO_WM_TEMPLATE_INDEX" val="20235151"/>
  <p:tag name="KSO_WM_UNIT_LAYERLEVEL" val="1"/>
  <p:tag name="KSO_WM_TAG_VERSION" val="3.0"/>
  <p:tag name="KSO_WM_BEAUTIFY_FLAG" val="#wm#"/>
  <p:tag name="KSO_WM_UNIT_TEXT_TYPE" val="1"/>
  <p:tag name="KSO_WM_UNIT_PRESET_TEXT" val="单击此处添加文档标题内容"/>
  <p:tag name="KSO_WM_UNIT_TEXT_FILL_FORE_SCHEMECOLOR_INDEX" val="13"/>
  <p:tag name="KSO_WM_UNIT_TEXT_FILL_TYPE" val="1"/>
  <p:tag name="KSO_WM_UNIT_USESOURCEFORMAT_APPLY" val="1"/>
</p:tagLst>
</file>

<file path=ppt/tags/tag87.xml><?xml version="1.0" encoding="utf-8"?>
<p:tagLst xmlns:p="http://schemas.openxmlformats.org/presentationml/2006/main">
  <p:tag name="KSO_WM_DIAGRAM_VIRTUALLY_FRAME" val="{&quot;height&quot;:372.1281089623034,&quot;left&quot;:54.80000000000001,&quot;top&quot;:113.53594551884835,&quot;width&quot;:850.4}"/>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51_6*l_h_f*1_3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以便观者准确地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7"/>
  <p:tag name="KSO_WM_UNIT_USESOURCEFORMAT_APPLY" val="1"/>
</p:tagLst>
</file>

<file path=ppt/tags/tag88.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5151_6*l_h_i*1_3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89.xml><?xml version="1.0" encoding="utf-8"?>
<p:tagLst xmlns:p="http://schemas.openxmlformats.org/presentationml/2006/main">
  <p:tag name="KSO_WM_DIAGRAM_VIRTUALLY_FRAME" val="{&quot;height&quot;:372.1281089623034,&quot;left&quot;:54.80000000000001,&quot;top&quot;:113.53594551884835,&quot;width&quot;:850.4}"/>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151_6*l_h_f*1_5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VALUE" val="75"/>
  <p:tag name="KSO_WM_UNIT_PRESET_TEXT" val="单击此处添加文本具体内容，简明扼要地阐述您的观点。以便观者准确地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9"/>
  <p:tag name="KSO_WM_UNIT_USESOURCEFORMAT_APPLY" val="1"/>
</p:tagLst>
</file>

<file path=ppt/tags/tag90.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5151_6*l_h_i*1_5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91.xml><?xml version="1.0" encoding="utf-8"?>
<p:tagLst xmlns:p="http://schemas.openxmlformats.org/presentationml/2006/main">
  <p:tag name="KSO_WM_DIAGRAM_VIRTUALLY_FRAME" val="{&quot;height&quot;:372.1281089623034,&quot;left&quot;:54.80000000000001,&quot;top&quot;:113.53594551884835,&quot;width&quot;:850.4}"/>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7_1"/>
  <p:tag name="KSO_WM_UNIT_ID" val="diagram20235151_6*l_h_f*1_7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以便观者准确地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92.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7_1"/>
  <p:tag name="KSO_WM_UNIT_ID" val="diagram20235151_6*l_h_i*1_7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93.xml><?xml version="1.0" encoding="utf-8"?>
<p:tagLst xmlns:p="http://schemas.openxmlformats.org/presentationml/2006/main">
  <p:tag name="KSO_WM_DIAGRAM_VIRTUALLY_FRAME" val="{&quot;height&quot;:372.1281089623034,&quot;left&quot;:54.80000000000001,&quot;top&quot;:113.53594551884835,&quot;width&quot;:850.4}"/>
  <p:tag name="KSO_WM_UNIT_SUBTYPE" val="a"/>
  <p:tag name="KSO_WM_UNIT_TEXT_LAYER_COUNT" val="1"/>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1_6*l_h_f*1_2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以便观者准确地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6"/>
  <p:tag name="KSO_WM_UNIT_USESOURCEFORMAT_APPLY" val="1"/>
</p:tagLst>
</file>

<file path=ppt/tags/tag94.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1_6*l_h_i*1_2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95.xml><?xml version="1.0" encoding="utf-8"?>
<p:tagLst xmlns:p="http://schemas.openxmlformats.org/presentationml/2006/main">
  <p:tag name="KSO_WM_DIAGRAM_VIRTUALLY_FRAME" val="{&quot;height&quot;:372.1281089623034,&quot;left&quot;:54.80000000000001,&quot;top&quot;:113.53594551884835,&quot;width&quot;:850.4}"/>
  <p:tag name="KSO_WM_UNIT_SUBTYPE" val="a"/>
  <p:tag name="KSO_WM_UNIT_TEXT_LAYER_COUNT" val="1"/>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51_6*l_h_f*1_4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以便观者准确地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8"/>
  <p:tag name="KSO_WM_UNIT_USESOURCEFORMAT_APPLY" val="1"/>
</p:tagLst>
</file>

<file path=ppt/tags/tag96.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5151_6*l_h_i*1_4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97.xml><?xml version="1.0" encoding="utf-8"?>
<p:tagLst xmlns:p="http://schemas.openxmlformats.org/presentationml/2006/main">
  <p:tag name="KSO_WM_DIAGRAM_VIRTUALLY_FRAME" val="{&quot;height&quot;:372.1281089623034,&quot;left&quot;:54.80000000000001,&quot;top&quot;:113.53594551884835,&quot;width&quot;:850.4}"/>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5151_6*l_h_f*1_6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以便观者准确地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10"/>
  <p:tag name="KSO_WM_UNIT_USESOURCEFORMAT_APPLY" val="1"/>
</p:tagLst>
</file>

<file path=ppt/tags/tag98.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6_1"/>
  <p:tag name="KSO_WM_UNIT_ID" val="diagram20235151_6*l_h_i*1_6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99.xml><?xml version="1.0" encoding="utf-8"?>
<p:tagLst xmlns:p="http://schemas.openxmlformats.org/presentationml/2006/main">
  <p:tag name="KSO_WM_DIAGRAM_VIRTUALLY_FRAME" val="{&quot;height&quot;:372.1281089623034,&quot;left&quot;:54.80000000000001,&quot;top&quot;:113.53594551884835,&quot;width&quot;:850.4}"/>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1_6*l_h_f*1_1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5"/>
  <p:tag name="KSO_WM_BEAUTIFY_FLAG" val="#wm#"/>
  <p:tag name="KSO_WM_DIAGRAM_VERSION" val="3"/>
  <p:tag name="KSO_WM_DIAGRAM_COLOR_TRICK" val="1"/>
  <p:tag name="KSO_WM_DIAGRAM_COLOR_TEXT_CAN_REMOVE" val="n"/>
  <p:tag name="KSO_WM_UNIT_PRESET_TEXT" val="单击此处添加文本具体内容，简明扼要地阐述您的观点。以便观者准确地理解思想。"/>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100.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1_6*l_h_i*1_1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01.xml><?xml version="1.0" encoding="utf-8"?>
<p:tagLst xmlns:p="http://schemas.openxmlformats.org/presentationml/2006/main">
  <p:tag name="KSO_WM_SLIDE_ID" val="diagram20235151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5151"/>
  <p:tag name="KSO_WM_SLIDE_TYPE" val="text"/>
  <p:tag name="KSO_WM_SLIDE_SUBTYPE" val="diag"/>
  <p:tag name="KSO_WM_SLIDE_SIZE" val="850.4*369.9"/>
  <p:tag name="KSO_WM_SLIDE_POSITION" val="54.8*114.65"/>
  <p:tag name="KSO_WM_SLIDE_LAYOUT" val="a_l"/>
  <p:tag name="KSO_WM_SLIDE_LAYOUT_CNT" val="1_1"/>
  <p:tag name="KSO_WM_SPECIAL_SOURCE" val="bdnull"/>
  <p:tag name="KSO_WM_DIAGRAM_GROUP_CODE" val="l1-1"/>
  <p:tag name="KSO_WM_SLIDE_DIAGTYPE" val="l"/>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5037_1*i*1"/>
  <p:tag name="KSO_WM_TEMPLATE_CATEGORY" val="custom"/>
  <p:tag name="KSO_WM_TEMPLATE_INDEX" val="20235037"/>
  <p:tag name="KSO_WM_UNIT_LAYERLEVEL" val="1"/>
  <p:tag name="KSO_WM_TAG_VERSION" val="3.0"/>
  <p:tag name="KSO_WM_BEAUTIFY_FLAG" val="#wm#"/>
  <p:tag name="KSO_WM_UNIT_LINE_FORE_SCHEMECOLOR_INDEX" val="5"/>
  <p:tag name="KSO_WM_UNIT_TEXT_FILL_FORE_SCHEMECOLOR_INDEX" val="13"/>
  <p:tag name="KSO_WM_UNIT_TEXT_FILL_TYPE" val="1"/>
  <p:tag name="KSO_WM_UNIT_USESOURCEFORMAT_APPLY"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5037_1*i*2"/>
  <p:tag name="KSO_WM_TEMPLATE_CATEGORY" val="custom"/>
  <p:tag name="KSO_WM_TEMPLATE_INDEX" val="20235037"/>
  <p:tag name="KSO_WM_UNIT_LAYERLEVEL" val="1"/>
  <p:tag name="KSO_WM_TAG_VERSION" val="3.0"/>
  <p:tag name="KSO_WM_BEAUTIFY_FLAG" val="#wm#"/>
  <p:tag name="KSO_WM_UNIT_FILL_FORE_SCHEMECOLOR_INDEX" val="5"/>
  <p:tag name="KSO_WM_UNIT_TEXT_FILL_FORE_SCHEMECOLOR_INDEX" val="13"/>
  <p:tag name="KSO_WM_UNIT_TEXT_FILL_TYPE" val="1"/>
  <p:tag name="KSO_WM_UNIT_USESOURCEFORMAT_APPLY" val="1"/>
</p:tagLst>
</file>

<file path=ppt/tags/tag11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5037_1*a*1"/>
  <p:tag name="KSO_WM_TEMPLATE_CATEGORY" val="custom"/>
  <p:tag name="KSO_WM_TEMPLATE_INDEX" val="20235037"/>
  <p:tag name="KSO_WM_UNIT_LAYERLEVEL" val="1"/>
  <p:tag name="KSO_WM_TAG_VERSION" val="3.0"/>
  <p:tag name="KSO_WM_BEAUTIFY_FLAG" val="#wm#"/>
  <p:tag name="KSO_WM_UNIT_VALUE" val="16"/>
  <p:tag name="KSO_WM_UNIT_TEXT_TYPE" val="1"/>
  <p:tag name="KSO_WM_UNIT_PRESET_TEXT" val="单击此处编辑添加&#13;你的标题内容"/>
  <p:tag name="KSO_WM_UNIT_TEXT_FILL_FORE_SCHEMECOLOR_INDEX" val="13"/>
  <p:tag name="KSO_WM_UNIT_TEXT_FILL_TYPE" val="1"/>
  <p:tag name="KSO_WM_UNIT_USESOURCEFORMAT_APPLY" val="1"/>
</p:tagLst>
</file>

<file path=ppt/tags/tag11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5703_1*l_h_i*1_2_2"/>
  <p:tag name="KSO_WM_TEMPLATE_CATEGORY" val="diagram"/>
  <p:tag name="KSO_WM_TEMPLATE_INDEX" val="20235703"/>
  <p:tag name="KSO_WM_UNIT_LAYERLEVEL" val="1_1_1"/>
  <p:tag name="KSO_WM_TAG_VERSION" val="3.0"/>
  <p:tag name="KSO_WM_BEAUTIFY_FLAG" val="#wm#"/>
  <p:tag name="KSO_WM_UNIT_LINE_FORE_SCHEMECOLOR_INDEX" val="6"/>
  <p:tag name="KSO_WM_DIAGRAM_MAX_ITEMCNT" val="4"/>
  <p:tag name="KSO_WM_DIAGRAM_MIN_ITEMCNT" val="2"/>
  <p:tag name="KSO_WM_DIAGRAM_VIRTUALLY_FRAME" val="{&quot;height&quot;:118.38561047836158,&quot;left&quot;:43.85000000000002,&quot;top&quot;:374.6821947608192,&quot;width&quot;:864.1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ILL_TYPE" val="2"/>
  <p:tag name="KSO_WM_UNIT_USESOURCEFORMAT_APPLY" val="1"/>
</p:tagLst>
</file>

<file path=ppt/tags/tag112.xml><?xml version="1.0" encoding="utf-8"?>
<p:tagLst xmlns:p="http://schemas.openxmlformats.org/presentationml/2006/main">
  <p:tag name="KSO_WM_UNIT_SUBTYPE" val="a"/>
  <p:tag name="KSO_WM_UNIT_NOCLEAR" val="0"/>
  <p:tag name="KSO_WM_UNIT_VALUE" val="68"/>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5703"/>
  <p:tag name="KSO_WM_UNIT_LAYERLEVEL" val="1_1_1"/>
  <p:tag name="KSO_WM_TAG_VERSION" val="3.0"/>
  <p:tag name="KSO_WM_DIAGRAM_MAX_ITEMCNT" val="4"/>
  <p:tag name="KSO_WM_DIAGRAM_MIN_ITEMCNT" val="2"/>
  <p:tag name="KSO_WM_DIAGRAM_VIRTUALLY_FRAME" val="{&quot;height&quot;:118.38561047836158,&quot;left&quot;:43.85000000000002,&quot;top&quot;:374.6821947608192,&quot;width&quot;:864.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703_1*l_h_f*1_1_1"/>
  <p:tag name="KSO_WM_UNIT_INDEX" val="1_1_1"/>
  <p:tag name="KSO_WM_UNIT_TEXT_TYPE" val="1"/>
  <p:tag name="KSO_WM_UNIT_USESOURCEFORMAT_APPLY" val="1"/>
  <p:tag name="KSO_WM_UNIT_TEXT_LAYER_COUNT" val="1"/>
  <p:tag name="KSO_WM_DIAGRAM_GROUP_CODE" val="l1-1"/>
  <p:tag name="KSO_WM_DIAGRAM_VERSION" val="3"/>
  <p:tag name="KSO_WM_DIAGRAM_COLOR_TRICK" val="1"/>
  <p:tag name="KSO_WM_DIAGRAM_COLOR_TEXT_CAN_REMOVE" val="n"/>
  <p:tag name="KSO_WM_BEAUTIFY_FLAG" val="#wm#"/>
  <p:tag name="KSO_WM_UNIT_PRESET_TEXT" val="单击添加正文，文字是您思想的提炼，为了最终演示发布的良好效果。根据需要可酌情增减文字，以便观者准确理解您所传达的信息。"/>
  <p:tag name="KSO_WM_UNIT_LINE_FORE_SCHEMECOLOR_INDEX" val="-2"/>
  <p:tag name="KSO_WM_UNIT_TEXT_FILL_FORE_SCHEMECOLOR_INDEX" val="1"/>
  <p:tag name="KSO_WM_UNIT_TEXT_FILL_TYPE" val="1"/>
</p:tagLst>
</file>

<file path=ppt/tags/tag113.xml><?xml version="1.0" encoding="utf-8"?>
<p:tagLst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703"/>
  <p:tag name="KSO_WM_UNIT_LAYERLEVEL" val="1_1_1"/>
  <p:tag name="KSO_WM_TAG_VERSION" val="3.0"/>
  <p:tag name="KSO_WM_DIAGRAM_MAX_ITEMCNT" val="4"/>
  <p:tag name="KSO_WM_DIAGRAM_MIN_ITEMCNT" val="2"/>
  <p:tag name="KSO_WM_DIAGRAM_VIRTUALLY_FRAME" val="{&quot;height&quot;:118.38561047836158,&quot;left&quot;:43.85000000000002,&quot;top&quot;:374.6821947608192,&quot;width&quot;:864.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703_1*l_h_i*1_1_1"/>
  <p:tag name="KSO_WM_UNIT_INDEX" val="1_1_1"/>
  <p:tag name="KSO_WM_UNIT_TEXT_TYPE" val="1"/>
  <p:tag name="KSO_WM_UNIT_USESOURCEFORMAT_APPLY" val="1"/>
  <p:tag name="KSO_WM_DIAGRAM_GROUP_CODE" val="l1-1"/>
  <p:tag name="KSO_WM_DIAGRAM_VERSION" val="3"/>
  <p:tag name="KSO_WM_DIAGRAM_COLOR_TRICK" val="1"/>
  <p:tag name="KSO_WM_DIAGRAM_COLOR_TEXT_CAN_REMOVE" val="n"/>
  <p:tag name="KSO_WM_UNIT_SUBTYPE" val="d"/>
  <p:tag name="KSO_WM_BEAUTIFY_FLAG" val="#wm#"/>
  <p:tag name="KSO_WM_UNIT_LINE_FORE_SCHEMECOLOR_INDEX" val="-2"/>
  <p:tag name="KSO_WM_UNIT_TEXT_FILL_FORE_SCHEMECOLOR_INDEX" val="1"/>
  <p:tag name="KSO_WM_UNIT_TEXT_FILL_TYPE" val="1"/>
</p:tagLst>
</file>

<file path=ppt/tags/tag114.xml><?xml version="1.0" encoding="utf-8"?>
<p:tagLst xmlns:p="http://schemas.openxmlformats.org/presentationml/2006/main">
  <p:tag name="KSO_WM_UNIT_SUBTYPE" val="a"/>
  <p:tag name="KSO_WM_UNIT_NOCLEAR" val="0"/>
  <p:tag name="KSO_WM_UNIT_VALUE" val="68"/>
  <p:tag name="KSO_WM_UNIT_HIGHLIGHT" val="0"/>
  <p:tag name="KSO_WM_UNIT_COMPATIBLE" val="0"/>
  <p:tag name="KSO_WM_UNIT_DIAGRAM_ISNUMVISUAL" val="0"/>
  <p:tag name="KSO_WM_UNIT_DIAGRAM_ISREFERUNIT" val="0"/>
  <p:tag name="KSO_WM_UNIT_TYPE" val="l_h_f"/>
  <p:tag name="KSO_WM_TEMPLATE_CATEGORY" val="diagram"/>
  <p:tag name="KSO_WM_TEMPLATE_INDEX" val="20235703"/>
  <p:tag name="KSO_WM_UNIT_LAYERLEVEL" val="1_1_1"/>
  <p:tag name="KSO_WM_TAG_VERSION" val="3.0"/>
  <p:tag name="KSO_WM_DIAGRAM_MAX_ITEMCNT" val="4"/>
  <p:tag name="KSO_WM_DIAGRAM_MIN_ITEMCNT" val="2"/>
  <p:tag name="KSO_WM_DIAGRAM_VIRTUALLY_FRAME" val="{&quot;height&quot;:118.38561047836158,&quot;left&quot;:43.85000000000002,&quot;top&quot;:374.6821947608192,&quot;width&quot;:864.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703_1*l_h_f*1_2_1"/>
  <p:tag name="KSO_WM_UNIT_INDEX" val="1_2_1"/>
  <p:tag name="KSO_WM_UNIT_TEXT_TYPE" val="1"/>
  <p:tag name="KSO_WM_UNIT_USESOURCEFORMAT_APPLY" val="1"/>
  <p:tag name="KSO_WM_UNIT_TEXT_LAYER_COUNT" val="1"/>
  <p:tag name="KSO_WM_DIAGRAM_GROUP_CODE" val="l1-1"/>
  <p:tag name="KSO_WM_DIAGRAM_VERSION" val="3"/>
  <p:tag name="KSO_WM_DIAGRAM_COLOR_TRICK" val="1"/>
  <p:tag name="KSO_WM_DIAGRAM_COLOR_TEXT_CAN_REMOVE" val="n"/>
  <p:tag name="KSO_WM_BEAUTIFY_FLAG" val="#wm#"/>
  <p:tag name="KSO_WM_UNIT_PRESET_TEXT" val="单击此处编辑添加正文，文字是您思想的提炼，为了演示的良好效果。根据需要可酌情增减文字，以便观者理解您所传达的信息。"/>
  <p:tag name="KSO_WM_UNIT_LINE_FORE_SCHEMECOLOR_INDEX" val="-2"/>
  <p:tag name="KSO_WM_UNIT_TEXT_FILL_FORE_SCHEMECOLOR_INDEX" val="1"/>
  <p:tag name="KSO_WM_UNIT_TEXT_FILL_TYPE" val="1"/>
</p:tagLst>
</file>

<file path=ppt/tags/tag115.xml><?xml version="1.0" encoding="utf-8"?>
<p:tagLst xmlns:p="http://schemas.openxmlformats.org/presentationml/2006/main">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UNIT_TYPE" val="l_h_i"/>
  <p:tag name="KSO_WM_TEMPLATE_CATEGORY" val="diagram"/>
  <p:tag name="KSO_WM_TEMPLATE_INDEX" val="20235703"/>
  <p:tag name="KSO_WM_UNIT_LAYERLEVEL" val="1_1_1"/>
  <p:tag name="KSO_WM_TAG_VERSION" val="3.0"/>
  <p:tag name="KSO_WM_DIAGRAM_MAX_ITEMCNT" val="4"/>
  <p:tag name="KSO_WM_DIAGRAM_MIN_ITEMCNT" val="2"/>
  <p:tag name="KSO_WM_DIAGRAM_VIRTUALLY_FRAME" val="{&quot;height&quot;:118.38561047836158,&quot;left&quot;:43.85000000000002,&quot;top&quot;:374.6821947608192,&quot;width&quot;:864.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5703_1*l_h_i*1_2_1"/>
  <p:tag name="KSO_WM_UNIT_INDEX" val="1_2_1"/>
  <p:tag name="KSO_WM_UNIT_TEXT_TYPE" val="1"/>
  <p:tag name="KSO_WM_UNIT_USESOURCEFORMAT_APPLY" val="1"/>
  <p:tag name="KSO_WM_DIAGRAM_GROUP_CODE" val="l1-1"/>
  <p:tag name="KSO_WM_DIAGRAM_VERSION" val="3"/>
  <p:tag name="KSO_WM_DIAGRAM_COLOR_TRICK" val="1"/>
  <p:tag name="KSO_WM_DIAGRAM_COLOR_TEXT_CAN_REMOVE" val="n"/>
  <p:tag name="KSO_WM_UNIT_SUBTYPE" val="d"/>
  <p:tag name="KSO_WM_BEAUTIFY_FLAG" val="#wm#"/>
  <p:tag name="KSO_WM_UNIT_LINE_FORE_SCHEMECOLOR_INDEX" val="-2"/>
  <p:tag name="KSO_WM_UNIT_TEXT_FILL_FORE_SCHEMECOLOR_INDEX" val="1"/>
  <p:tag name="KSO_WM_UNIT_TEXT_FILL_TYPE" val="1"/>
</p:tagLst>
</file>

<file path=ppt/tags/tag116.xml><?xml version="1.0" encoding="utf-8"?>
<p:tagLst xmlns:p="http://schemas.openxmlformats.org/presentationml/2006/main">
  <p:tag name="KSO_WM_SLIDE_ID" val="custom20235037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5037"/>
  <p:tag name="KSO_WM_SLIDE_TYPE" val="text"/>
  <p:tag name="KSO_WM_SLIDE_SUBTYPE" val="picTxt"/>
  <p:tag name="KSO_WM_SLIDE_SIZE" val="864.15*120.4"/>
  <p:tag name="KSO_WM_SLIDE_POSITION" val="43.85*373.7"/>
  <p:tag name="KSO_WM_SLIDE_LAYOUT" val="a_d_f_l"/>
  <p:tag name="KSO_WM_SLIDE_LAYOUT_CNT" val="1_1_1_1"/>
  <p:tag name="KSO_WM_SPECIAL_SOURCE" val="bdnull"/>
  <p:tag name="KSO_WM_DIAGRAM_GROUP_CODE" val="l1-1"/>
  <p:tag name="KSO_WM_SLIDE_DIAGTYPE" val="l"/>
</p:tagLst>
</file>

<file path=ppt/tags/tag1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5151_5*a*1"/>
  <p:tag name="KSO_WM_TEMPLATE_CATEGORY" val="diagram"/>
  <p:tag name="KSO_WM_TEMPLATE_INDEX" val="20235151"/>
  <p:tag name="KSO_WM_UNIT_LAYERLEVEL" val="1"/>
  <p:tag name="KSO_WM_TAG_VERSION" val="3.0"/>
  <p:tag name="KSO_WM_BEAUTIFY_FLAG" val="#wm#"/>
  <p:tag name="KSO_WM_UNIT_TEXT_TYPE" val="1"/>
  <p:tag name="KSO_WM_UNIT_PRESET_TEXT" val="单击此处添加文档标题内容"/>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51_9*l_h_f*1_1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119.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51_9*l_h_f*1_3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7"/>
  <p:tag name="KSO_WM_UNIT_USESOURCEFORMAT_APPLY" val="1"/>
</p:tagLst>
</file>

<file path=ppt/tags/tag120.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151_9*l_h_f*1_5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9"/>
  <p:tag name="KSO_WM_UNIT_USESOURCEFORMAT_APPLY" val="1"/>
</p:tagLst>
</file>

<file path=ppt/tags/tag121.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7_1"/>
  <p:tag name="KSO_WM_UNIT_ID" val="diagram20235151_9*l_h_f*1_7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5"/>
  <p:tag name="KSO_WM_UNIT_USESOURCEFORMAT_APPLY" val="1"/>
</p:tagLst>
</file>

<file path=ppt/tags/tag122.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9_1"/>
  <p:tag name="KSO_WM_UNIT_ID" val="diagram20235151_9*l_h_f*1_9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7"/>
  <p:tag name="KSO_WM_UNIT_USESOURCEFORMAT_APPLY" val="1"/>
</p:tagLst>
</file>

<file path=ppt/tags/tag12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51_9*l_h_f*1_2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6"/>
  <p:tag name="KSO_WM_UNIT_USESOURCEFORMAT_APPLY" val="1"/>
</p:tagLst>
</file>

<file path=ppt/tags/tag124.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51_9*l_h_f*1_4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8"/>
  <p:tag name="KSO_WM_UNIT_USESOURCEFORMAT_APPLY" val="1"/>
</p:tagLst>
</file>

<file path=ppt/tags/tag12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diagram20235151_9*l_h_f*1_6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10"/>
  <p:tag name="KSO_WM_UNIT_USESOURCEFORMAT_APPLY" val="1"/>
</p:tagLst>
</file>

<file path=ppt/tags/tag12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8_1"/>
  <p:tag name="KSO_WM_UNIT_ID" val="diagram20235151_9*l_h_f*1_8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6"/>
  <p:tag name="KSO_WM_UNIT_USESOURCEFORMAT_APPLY" val="1"/>
</p:tagLst>
</file>

<file path=ppt/tags/tag12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0_1"/>
  <p:tag name="KSO_WM_UNIT_ID" val="diagram20235151_9*l_h_f*1_10_1"/>
  <p:tag name="KSO_WM_TEMPLATE_CATEGORY" val="diagram"/>
  <p:tag name="KSO_WM_TEMPLATE_INDEX" val="20235151"/>
  <p:tag name="KSO_WM_UNIT_LAYERLEVEL" val="1_1_1"/>
  <p:tag name="KSO_WM_TAG_VERSION" val="3.0"/>
  <p:tag name="KSO_WM_UNIT_TEXT_TYPE" val="1"/>
  <p:tag name="KSO_WM_DIAGRAM_MAX_ITEMCNT" val="12"/>
  <p:tag name="KSO_WM_DIAGRAM_MIN_ITEMCNT" val="2"/>
  <p:tag name="KSO_WM_DIAGRAM_VIRTUALLY_FRAME" val="{&quot;height&quot;:372.1281089623034,&quot;left&quot;:54.80000000000001,&quot;top&quot;:113.53594551884835,&quot;width&quot;:850.4}"/>
  <p:tag name="KSO_WM_DIAGRAM_COLOR_MATCH_VALUE" val="{&quot;shape&quot;:{&quot;fill&quot;:{&quot;solid&quot;:{&quot;brightness&quot;:0,&quot;colorType&quot;:1,&quot;foreColorIndex&quot;:2,&quot;transparency&quot;:0.8999999761581421},&quot;type&quot;:1},&quot;glow&quot;:{&quot;colorType&quot;:0},&quot;line&quot;:{&quot;gradient&quot;:[{&quot;brightness&quot;:0,&quot;colorType&quot;:1,&quot;foreColorIndex&quot;:5,&quot;pos&quot;:0,&quot;transparency&quot;:0.30000001192092896},{&quot;brightness&quot;:0,&quot;colorType&quot;:1,&quot;foreColorIndex&quot;:5,&quot;pos&quot;:1,&quot;transparency&quot;:0.4000000059604645}],&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
  <p:tag name="KSO_WM_UNIT_FILL_TYPE" val="1"/>
  <p:tag name="KSO_WM_UNIT_FILL_FORE_SCHEMECOLOR_INDEX" val="2"/>
  <p:tag name="KSO_WM_UNIT_FILL_FORE_SCHEMECOLOR_INDEX_BRIGHTNESS" val="0"/>
  <p:tag name="KSO_WM_UNIT_TEXT_FILL_FORE_SCHEMECOLOR_INDEX" val="1"/>
  <p:tag name="KSO_WM_UNIT_TEXT_FILL_TYPE" val="1"/>
  <p:tag name="KSO_WM_UNIT_LINE_FORE_SCHEMECOLOR_INDEX" val="8"/>
  <p:tag name="KSO_WM_UNIT_USESOURCEFORMAT_APPLY" val="1"/>
</p:tagLst>
</file>

<file path=ppt/tags/tag128.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5151_9*l_h_i*1_1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29.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5151_9*l_h_i*1_3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0.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diagram20235151_9*l_h_i*1_5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1.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7_1"/>
  <p:tag name="KSO_WM_UNIT_ID" val="diagram20235151_9*l_h_i*1_7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2.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9_1"/>
  <p:tag name="KSO_WM_UNIT_ID" val="diagram20235151_9*l_h_i*1_9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3.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5151_9*l_h_i*1_2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4.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5151_9*l_h_i*1_4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5.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6_1"/>
  <p:tag name="KSO_WM_UNIT_ID" val="diagram20235151_9*l_h_i*1_6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6.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8_1"/>
  <p:tag name="KSO_WM_UNIT_ID" val="diagram20235151_9*l_h_i*1_8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7.xml><?xml version="1.0" encoding="utf-8"?>
<p:tagLst xmlns:p="http://schemas.openxmlformats.org/presentationml/2006/main">
  <p:tag name="KSO_WM_DIAGRAM_VIRTUALLY_FRAME" val="{&quot;height&quot;:372.1281089623034,&quot;left&quot;:54.80000000000001,&quot;top&quot;:113.53594551884835,&quot;width&quot;:850.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0_1"/>
  <p:tag name="KSO_WM_UNIT_ID" val="diagram20235151_9*l_h_i*1_10_1"/>
  <p:tag name="KSO_WM_TEMPLATE_CATEGORY" val="diagram"/>
  <p:tag name="KSO_WM_TEMPLATE_INDEX" val="20235151"/>
  <p:tag name="KSO_WM_UNIT_LAYERLEVEL" val="1_1_1"/>
  <p:tag name="KSO_WM_TAG_VERSION" val="3.0"/>
  <p:tag name="KSO_WM_DIAGRAM_MAX_ITEMCNT" val="12"/>
  <p:tag name="KSO_WM_DIAGRAM_MIN_ITEMCNT" val="2"/>
  <p:tag name="KSO_WM_DIAGRAM_COLOR_MATCH_VALUE" val="{&quot;shape&quot;:{&quot;fill&quot;:{&quot;gradient&quot;:[{&quot;brightness&quot;:0,&quot;colorType&quot;:1,&quot;foreColorIndex&quot;:5,&quot;pos&quot;:0,&quot;transparency&quot;:0},{&quot;brightness&quot;:0,&quot;colorType&quot;:1,&quot;foreColorIndex&quot;:5,&quot;pos&quot;:1,&quot;transparency&quot;:0.4099999964237213}],&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FILL_TYPE" val="3"/>
  <p:tag name="KSO_WM_UNIT_USESOURCEFORMAT_APPLY" val="1"/>
</p:tagLst>
</file>

<file path=ppt/tags/tag138.xml><?xml version="1.0" encoding="utf-8"?>
<p:tagLst xmlns:p="http://schemas.openxmlformats.org/presentationml/2006/main">
  <p:tag name="KSO_WM_SLIDE_ID" val="diagram20235151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diagram"/>
  <p:tag name="KSO_WM_TEMPLATE_INDEX" val="20235151"/>
  <p:tag name="KSO_WM_SLIDE_TYPE" val="text"/>
  <p:tag name="KSO_WM_SLIDE_SUBTYPE" val="diag"/>
  <p:tag name="KSO_WM_SLIDE_SIZE" val="850.4*369.9"/>
  <p:tag name="KSO_WM_SLIDE_POSITION" val="54.8*114.65"/>
  <p:tag name="KSO_WM_SLIDE_LAYOUT" val="a_l"/>
  <p:tag name="KSO_WM_SLIDE_LAYOUT_CNT" val="1_1"/>
  <p:tag name="KSO_WM_SPECIAL_SOURCE" val="bdnull"/>
  <p:tag name="KSO_WM_DIAGRAM_GROUP_CODE" val="l1-1"/>
  <p:tag name="KSO_WM_SLIDE_DIAGTYPE" val="l"/>
</p:tagLst>
</file>

<file path=ppt/tags/tag139.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5135"/>
  <p:tag name="KSO_WM_UNIT_ID" val="custom20235135_1*a*1"/>
  <p:tag name="KSO_WM_UNIT_TEXT_TYPE" val="1"/>
  <p:tag name="KSO_WM_UNIT_PRESET_TEXT" val="单击此处添加标题"/>
  <p:tag name="KSO_WM_UNIT_TEXT_FILL_FORE_SCHEMECOLOR_INDEX" val="13"/>
  <p:tag name="KSO_WM_UNIT_TEXT_FILL_TYPE" val="1"/>
  <p:tag name="KSO_WM_UNIT_USESOURCEFORMAT_APPLY" val="1"/>
</p:tagLst>
</file>

<file path=ppt/tags/tag140.xml><?xml version="1.0" encoding="utf-8"?>
<p:tagLst xmlns:p="http://schemas.openxmlformats.org/presentationml/2006/main">
  <p:tag name="KSO_WM_UNIT_VALUE" val="572*1197"/>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5135_1*d*1"/>
  <p:tag name="KSO_WM_TEMPLATE_CATEGORY" val="custom"/>
  <p:tag name="KSO_WM_TEMPLATE_INDEX" val="20235135"/>
  <p:tag name="KSO_WM_UNIT_LAYERLEVEL" val="1"/>
  <p:tag name="KSO_WM_TAG_VERSION" val="3.0"/>
  <p:tag name="KSO_WM_BEAUTIFY_FLAG" val="#wm#"/>
  <p:tag name="KSO_WM_UNIT_PICTURE_SUBTYPE" val="b"/>
  <p:tag name="KSO_WM_UNIT_FILL_FORE_SCHEMECOLOR_INDEX" val="5"/>
  <p:tag name="KSO_WM_UNIT_FILL_TYPE" val="1"/>
  <p:tag name="KSO_WM_UNIT_LINE_FORE_SCHEMECOLOR_INDEX" val="5"/>
  <p:tag name="KSO_WM_UNIT_LINE_FILL_TYPE" val="2"/>
  <p:tag name="KSO_WM_UNIT_USESOURCEFORMAT_APPLY" val="1"/>
</p:tagLst>
</file>

<file path=ppt/tags/tag14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PRESET_TEXT_INDEX" val="-1"/>
  <p:tag name="KSO_WM_UNIT_PRESET_TEXT_LEN" val="0"/>
  <p:tag name="KSO_WM_UNIT_NOCLEAR" val="0"/>
  <p:tag name="KSO_WM_UNIT_VALUE" val="35"/>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710_2*l_h_a*1_1_1"/>
  <p:tag name="KSO_WM_TEMPLATE_CATEGORY" val="diagram"/>
  <p:tag name="KSO_WM_TEMPLATE_INDEX" val="20235710"/>
  <p:tag name="KSO_WM_UNIT_LAYERLEVEL" val="1_1_1"/>
  <p:tag name="KSO_WM_TAG_VERSION" val="3.0"/>
  <p:tag name="KSO_WM_BEAUTIFY_FLAG" val="#wm#"/>
  <p:tag name="KSO_WM_UNIT_PRESET_TEXT" val="单击添加标题"/>
  <p:tag name="KSO_WM_UNIT_LINE_FORE_SCHEMECOLOR_INDEX" val="-2"/>
  <p:tag name="KSO_WM_UNIT_TEXT_FILL_FORE_SCHEMECOLOR_INDEX" val="1"/>
  <p:tag name="KSO_WM_UNIT_TEXT_FILL_TYPE" val="1"/>
  <p:tag name="KSO_WM_UNIT_TEXT_TYPE" val="1"/>
  <p:tag name="KSO_WM_DIAGRAM_MAX_ITEMCNT" val="3"/>
  <p:tag name="KSO_WM_DIAGRAM_MIN_ITEMCNT" val="2"/>
  <p:tag name="KSO_WM_DIAGRAM_VIRTUALLY_FRAME" val="{&quot;height&quot;:174.00504206153187,&quot;left&quot;:8.8,&quot;top&quot;:154.0949579384682,&quot;width&quot;:551.05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710_2*l_h_f*1_1_1"/>
  <p:tag name="KSO_WM_TEMPLATE_CATEGORY" val="diagram"/>
  <p:tag name="KSO_WM_TEMPLATE_INDEX" val="20235710"/>
  <p:tag name="KSO_WM_UNIT_LAYERLEVEL" val="1_1_1"/>
  <p:tag name="KSO_WM_TAG_VERSION" val="3.0"/>
  <p:tag name="KSO_WM_BEAUTIFY_FLAG" val="#wm#"/>
  <p:tag name="KSO_WM_UNIT_PRESET_TEXT" val="单击添加正文，文字是您思想的提炼，为了最终演示发布的良好效果。根据需要可酌情增减文字，以便观者准确理解您所传达的信息。"/>
  <p:tag name="KSO_WM_UNIT_LINE_FORE_SCHEMECOLOR_INDEX" val="-2"/>
  <p:tag name="KSO_WM_UNIT_TEXT_FILL_FORE_SCHEMECOLOR_INDEX" val="1"/>
  <p:tag name="KSO_WM_UNIT_TEXT_FILL_TYPE" val="1"/>
  <p:tag name="KSO_WM_UNIT_TEXT_TYPE" val="1"/>
  <p:tag name="KSO_WM_DIAGRAM_MAX_ITEMCNT" val="3"/>
  <p:tag name="KSO_WM_DIAGRAM_MIN_ITEMCNT" val="2"/>
  <p:tag name="KSO_WM_DIAGRAM_VIRTUALLY_FRAME" val="{&quot;height&quot;:174.00504206153187,&quot;left&quot;:8.8,&quot;top&quot;:154.0949579384682,&quot;width&quot;:551.05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5710_2*l_h_i*1_1_1"/>
  <p:tag name="KSO_WM_TEMPLATE_CATEGORY" val="diagram"/>
  <p:tag name="KSO_WM_TEMPLATE_INDEX" val="20235710"/>
  <p:tag name="KSO_WM_UNIT_LAYERLEVEL" val="1_1_1"/>
  <p:tag name="KSO_WM_TAG_VERSION" val="3.0"/>
  <p:tag name="KSO_WM_BEAUTIFY_FLAG" val="#wm#"/>
  <p:tag name="KSO_WM_UNIT_FILL_TYPE" val="1"/>
  <p:tag name="KSO_WM_UNIT_FILL_FORE_SCHEMECOLOR_INDEX" val="5"/>
  <p:tag name="KSO_WM_UNIT_FILL_FORE_SCHEMECOLOR_INDEX_BRIGHTNESS" val="0"/>
  <p:tag name="KSO_WM_UNIT_LINE_FORE_SCHEMECOLOR_INDEX" val="-2"/>
  <p:tag name="KSO_WM_DIAGRAM_MAX_ITEMCNT" val="3"/>
  <p:tag name="KSO_WM_DIAGRAM_MIN_ITEMCNT" val="2"/>
  <p:tag name="KSO_WM_DIAGRAM_VIRTUALLY_FRAME" val="{&quot;height&quot;:174.00504206153187,&quot;left&quot;:8.8,&quot;top&quot;:154.0949579384682,&quot;width&quot;:551.050000000000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4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710_2*l_h_f*1_2_1"/>
  <p:tag name="KSO_WM_TEMPLATE_CATEGORY" val="diagram"/>
  <p:tag name="KSO_WM_TEMPLATE_INDEX" val="20235710"/>
  <p:tag name="KSO_WM_UNIT_LAYERLEVEL" val="1_1_1"/>
  <p:tag name="KSO_WM_TAG_VERSION" val="3.0"/>
  <p:tag name="KSO_WM_BEAUTIFY_FLAG" val="#wm#"/>
  <p:tag name="KSO_WM_UNIT_PRESET_TEXT" val="单击添加正文，文字是思想的提炼，为了最终演示发布的良好效果。根据需要可增减文字，以便观者准确理解您所传达的信息。"/>
  <p:tag name="KSO_WM_UNIT_LINE_FORE_SCHEMECOLOR_INDEX" val="-2"/>
  <p:tag name="KSO_WM_UNIT_TEXT_FILL_FORE_SCHEMECOLOR_INDEX" val="1"/>
  <p:tag name="KSO_WM_UNIT_TEXT_FILL_TYPE" val="1"/>
  <p:tag name="KSO_WM_UNIT_TEXT_TYPE" val="1"/>
  <p:tag name="KSO_WM_DIAGRAM_MAX_ITEMCNT" val="3"/>
  <p:tag name="KSO_WM_DIAGRAM_MIN_ITEMCNT" val="2"/>
  <p:tag name="KSO_WM_DIAGRAM_VIRTUALLY_FRAME" val="{&quot;height&quot;:174.00504206153187,&quot;left&quot;:8.8,&quot;top&quot;:154.0949579384682,&quot;width&quot;:551.05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710_2*l_h_f*1_3_1"/>
  <p:tag name="KSO_WM_TEMPLATE_CATEGORY" val="diagram"/>
  <p:tag name="KSO_WM_TEMPLATE_INDEX" val="20235710"/>
  <p:tag name="KSO_WM_UNIT_LAYERLEVEL" val="1_1_1"/>
  <p:tag name="KSO_WM_TAG_VERSION" val="3.0"/>
  <p:tag name="KSO_WM_BEAUTIFY_FLAG" val="#wm#"/>
  <p:tag name="KSO_WM_UNIT_PRESET_TEXT" val="单击添加正文，文字是您思想的提炼，为了最终演示发布的良好效果。根据需要可酌情增减文字，以便观者准确理解您所传达的信息。"/>
  <p:tag name="KSO_WM_UNIT_LINE_FORE_SCHEMECOLOR_INDEX" val="-2"/>
  <p:tag name="KSO_WM_UNIT_TEXT_FILL_FORE_SCHEMECOLOR_INDEX" val="1"/>
  <p:tag name="KSO_WM_UNIT_TEXT_FILL_TYPE" val="1"/>
  <p:tag name="KSO_WM_UNIT_TEXT_TYPE" val="1"/>
  <p:tag name="KSO_WM_DIAGRAM_MAX_ITEMCNT" val="3"/>
  <p:tag name="KSO_WM_DIAGRAM_MIN_ITEMCNT" val="2"/>
  <p:tag name="KSO_WM_DIAGRAM_VIRTUALLY_FRAME" val="{&quot;height&quot;:174.00504206153187,&quot;left&quot;:8.8,&quot;top&quot;:154.0949579384682,&quot;width&quot;:551.050000000000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146.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11.35*149.75"/>
  <p:tag name="KSO_WM_SLIDE_POSITION" val="49.05*349.55"/>
  <p:tag name="KSO_WM_SLIDE_LAYOUT" val="a_d_f_β_l"/>
  <p:tag name="KSO_WM_SLIDE_LAYOUT_CNT" val="1_2_1_1_1"/>
  <p:tag name="KSO_WM_SPECIAL_SOURCE" val="bdnull"/>
  <p:tag name="KSO_WM_DIAGRAM_GROUP_CODE" val="l1-1"/>
  <p:tag name="KSO_WM_SLIDE_DIAGTYPE" val="l"/>
  <p:tag name="KSO_WM_TEMPLATE_INDEX" val="20235135"/>
  <p:tag name="KSO_WM_TEMPLATE_SUBCATEGORY" val="0"/>
  <p:tag name="KSO_WM_SLIDE_INDEX" val="1"/>
  <p:tag name="KSO_WM_TAG_VERSION" val="3.0"/>
  <p:tag name="KSO_WM_SLIDE_ID" val="custom20235135_1"/>
  <p:tag name="KSO_WM_SLIDE_ITEM_CNT" val="2"/>
</p:tagLst>
</file>

<file path=ppt/tags/tag14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4829_1*a*1"/>
  <p:tag name="KSO_WM_TEMPLATE_CATEGORY" val="custom"/>
  <p:tag name="KSO_WM_TEMPLATE_INDEX" val="20234829"/>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4829_1*d*1"/>
  <p:tag name="KSO_WM_TEMPLATE_CATEGORY" val="custom"/>
  <p:tag name="KSO_WM_TEMPLATE_INDEX" val="20234829"/>
  <p:tag name="KSO_WM_UNIT_LAYERLEVEL" val="1"/>
  <p:tag name="KSO_WM_TAG_VERSION" val="3.0"/>
  <p:tag name="KSO_WM_BEAUTIFY_FLAG" val="#wm#"/>
  <p:tag name="KSO_WM_UNIT_VALUE" val="1209*1188"/>
  <p:tag name="KSO_WM_UNIT_TYPE" val="d"/>
  <p:tag name="KSO_WM_UNIT_INDEX" val="1"/>
  <p:tag name="KSO_WM_UNIT_PICTURE_SUBTYPE" val="b"/>
  <p:tag name="KSO_WM_UNIT_LINE_FORE_SCHEMECOLOR_INDEX" val="6"/>
  <p:tag name="KSO_WM_UNIT_LINE_FILL_TYPE" val="2"/>
  <p:tag name="KSO_WM_UNIT_USESOURCEFORMAT_APPLY"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4829_1*i*1"/>
  <p:tag name="KSO_WM_TEMPLATE_CATEGORY" val="custom"/>
  <p:tag name="KSO_WM_TEMPLATE_INDEX" val="20234829"/>
  <p:tag name="KSO_WM_UNIT_LAYERLEVEL" val="1"/>
  <p:tag name="KSO_WM_TAG_VERSION" val="3.0"/>
  <p:tag name="KSO_WM_BEAUTIFY_FLAG" val="#wm#"/>
  <p:tag name="KSO_WM_UNIT_TYPE" val="i"/>
  <p:tag name="KSO_WM_UNIT_INDEX" val="1"/>
  <p:tag name="KSO_WM_UNIT_FILL_FORE_SCHEMECOLOR_INDEX" val="6"/>
  <p:tag name="KSO_WM_UNIT_TEXT_FILL_FORE_SCHEMECOLOR_INDEX" val="2"/>
  <p:tag name="KSO_WM_UNIT_TEXT_FILL_TYPE" val="1"/>
  <p:tag name="KSO_WM_UNIT_USESOURCEFORMAT_APPLY"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4829_1*i*2"/>
  <p:tag name="KSO_WM_TEMPLATE_CATEGORY" val="custom"/>
  <p:tag name="KSO_WM_TEMPLATE_INDEX" val="20234829"/>
  <p:tag name="KSO_WM_UNIT_LAYERLEVEL" val="1"/>
  <p:tag name="KSO_WM_TAG_VERSION" val="3.0"/>
  <p:tag name="KSO_WM_BEAUTIFY_FLAG" val="#wm#"/>
  <p:tag name="KSO_WM_UNIT_TYPE" val="i"/>
  <p:tag name="KSO_WM_UNIT_INDEX" val="2"/>
  <p:tag name="KSO_WM_UNIT_FILL_FORE_SCHEMECOLOR_INDEX" val="5"/>
  <p:tag name="KSO_WM_UNIT_LINE_FORE_SCHEMECOLOR_INDEX" val="6"/>
  <p:tag name="KSO_WM_UNIT_LINE_FILL_TYPE" val="2"/>
  <p:tag name="KSO_WM_UNIT_USESOURCEFORMAT_APPLY"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4829_1*i*3"/>
  <p:tag name="KSO_WM_TEMPLATE_CATEGORY" val="custom"/>
  <p:tag name="KSO_WM_TEMPLATE_INDEX" val="20234829"/>
  <p:tag name="KSO_WM_UNIT_LAYERLEVEL" val="1"/>
  <p:tag name="KSO_WM_TAG_VERSION" val="3.0"/>
  <p:tag name="KSO_WM_BEAUTIFY_FLAG" val="#wm#"/>
  <p:tag name="KSO_WM_UNIT_TYPE" val="i"/>
  <p:tag name="KSO_WM_UNIT_INDEX" val="3"/>
  <p:tag name="KSO_WM_UNIT_FILL_FORE_SCHEMECOLOR_INDEX" val="5"/>
  <p:tag name="KSO_WM_UNIT_LINE_FORE_SCHEMECOLOR_INDEX" val="6"/>
  <p:tag name="KSO_WM_UNIT_LINE_FILL_TYPE" val="2"/>
  <p:tag name="KSO_WM_UNIT_USESOURCEFORMAT_APPLY"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4829_1*i*4"/>
  <p:tag name="KSO_WM_TEMPLATE_CATEGORY" val="custom"/>
  <p:tag name="KSO_WM_TEMPLATE_INDEX" val="20234829"/>
  <p:tag name="KSO_WM_UNIT_LAYERLEVEL" val="1"/>
  <p:tag name="KSO_WM_TAG_VERSION" val="3.0"/>
  <p:tag name="KSO_WM_BEAUTIFY_FLAG" val="#wm#"/>
  <p:tag name="KSO_WM_UNIT_TYPE" val="i"/>
  <p:tag name="KSO_WM_UNIT_INDEX" val="4"/>
  <p:tag name="KSO_WM_UNIT_FILL_FORE_SCHEMECOLOR_INDEX" val="5"/>
  <p:tag name="KSO_WM_UNIT_LINE_FORE_SCHEMECOLOR_INDEX" val="6"/>
  <p:tag name="KSO_WM_UNIT_LINE_FILL_TYPE" val="2"/>
  <p:tag name="KSO_WM_UNIT_USESOURCEFORMAT_APPLY"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4829_1*i*5"/>
  <p:tag name="KSO_WM_TEMPLATE_CATEGORY" val="custom"/>
  <p:tag name="KSO_WM_TEMPLATE_INDEX" val="20234829"/>
  <p:tag name="KSO_WM_UNIT_LAYERLEVEL" val="1"/>
  <p:tag name="KSO_WM_TAG_VERSION" val="3.0"/>
  <p:tag name="KSO_WM_BEAUTIFY_FLAG" val="#wm#"/>
  <p:tag name="KSO_WM_UNIT_TYPE" val="i"/>
  <p:tag name="KSO_WM_UNIT_INDEX" val="5"/>
  <p:tag name="KSO_WM_UNIT_FILL_FORE_SCHEMECOLOR_INDEX" val="6"/>
  <p:tag name="KSO_WM_UNIT_FILL_TYPE" val="1"/>
  <p:tag name="KSO_WM_UNIT_TEXT_FILL_FORE_SCHEMECOLOR_INDEX" val="2"/>
  <p:tag name="KSO_WM_UNIT_TEXT_FILL_TYPE" val="1"/>
  <p:tag name="KSO_WM_UNIT_USESOURCEFORMAT_APPLY"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custom20234829_1*i*6"/>
  <p:tag name="KSO_WM_TEMPLATE_CATEGORY" val="custom"/>
  <p:tag name="KSO_WM_TEMPLATE_INDEX" val="20234829"/>
  <p:tag name="KSO_WM_UNIT_LAYERLEVEL" val="1"/>
  <p:tag name="KSO_WM_TAG_VERSION" val="3.0"/>
  <p:tag name="KSO_WM_BEAUTIFY_FLAG" val="#wm#"/>
  <p:tag name="KSO_WM_UNIT_TYPE" val="i"/>
  <p:tag name="KSO_WM_UNIT_INDEX" val="6"/>
  <p:tag name="KSO_WM_UNIT_FILL_FORE_SCHEMECOLOR_INDEX" val="6"/>
  <p:tag name="KSO_WM_UNIT_FILL_TYPE" val="1"/>
  <p:tag name="KSO_WM_UNIT_TEXT_FILL_FORE_SCHEMECOLOR_INDEX" val="2"/>
  <p:tag name="KSO_WM_UNIT_TEXT_FILL_TYPE" val="1"/>
  <p:tag name="KSO_WM_UNIT_USESOURCEFORMAT_APPLY"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i"/>
  <p:tag name="KSO_WM_UNIT_INDEX" val="1_1"/>
  <p:tag name="KSO_WM_UNIT_ID" val="diagram40492644_5*l_i*1_1"/>
  <p:tag name="KSO_WM_TEMPLATE_CATEGORY" val="diagram"/>
  <p:tag name="KSO_WM_TEMPLATE_INDEX" val="40492644"/>
  <p:tag name="KSO_WM_UNIT_LAYERLEVEL" val="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71.3576377952756,&quot;left&quot;:57.84785690069989,&quot;top&quot;:118.74236220472446,&quot;width&quot;:421.1298767497813}"/>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f"/>
  <p:tag name="KSO_WM_UNIT_INDEX" val="1_1_1"/>
  <p:tag name="KSO_WM_UNIT_ID" val="diagram40492644_5*l_h_f*1_1_1"/>
  <p:tag name="KSO_WM_TEMPLATE_CATEGORY" val="diagram"/>
  <p:tag name="KSO_WM_TEMPLATE_INDEX" val="4049264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1.3576377952756,&quot;left&quot;:57.84785690069989,&quot;top&quot;:118.74236220472446,&quot;width&quot;:421.1298767497813}"/>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TEXT_LAYER_COUNT" val="1"/>
  <p:tag name="KSO_WM_UNIT_NOCLEAR" val="0"/>
  <p:tag name="KSO_WM_BEAUTIFY_FLAG" val="#wm#"/>
  <p:tag name="KSO_WM_DIAGRAM_GROUP_CODE" val="l1-1"/>
  <p:tag name="KSO_WM_UNIT_PRESET_TEXT" val="单击此处添加文本具体内容，请尽量简明扼要地阐述您的内容观点。根据需要可酌情增减文字，以便观者能够准确地理解您传达的思想。"/>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UNIT_USESOURCEFORMAT_APPL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f"/>
  <p:tag name="KSO_WM_UNIT_INDEX" val="1_6_1"/>
  <p:tag name="KSO_WM_UNIT_ID" val="diagram40492644_5*l_h_f*1_6_1"/>
  <p:tag name="KSO_WM_TEMPLATE_CATEGORY" val="diagram"/>
  <p:tag name="KSO_WM_TEMPLATE_INDEX" val="4049264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1.3576377952756,&quot;left&quot;:57.84785690069989,&quot;top&quot;:118.74236220472446,&quot;width&quot;:421.1298767497813}"/>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TEXT_LAYER_COUNT" val="1"/>
  <p:tag name="KSO_WM_UNIT_NOCLEAR" val="0"/>
  <p:tag name="KSO_WM_BEAUTIFY_FLAG" val="#wm#"/>
  <p:tag name="KSO_WM_DIAGRAM_GROUP_CODE" val="l1-1"/>
  <p:tag name="KSO_WM_UNIT_PRESET_TEXT" val="请单击此处输入你的正文具体内容，文字是您思想的提炼，为了最终演示发布的良好效果，可酌情增减你的文字。"/>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UNIT_USESOURCEFORMAT_APPLY"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f"/>
  <p:tag name="KSO_WM_UNIT_INDEX" val="1_2_1"/>
  <p:tag name="KSO_WM_UNIT_ID" val="diagram40492644_5*l_h_f*1_2_1"/>
  <p:tag name="KSO_WM_TEMPLATE_CATEGORY" val="diagram"/>
  <p:tag name="KSO_WM_TEMPLATE_INDEX" val="4049264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1.3576377952756,&quot;left&quot;:57.84785690069989,&quot;top&quot;:118.74236220472446,&quot;width&quot;:421.1298767497813}"/>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TEXT_LAYER_COUNT" val="1"/>
  <p:tag name="KSO_WM_UNIT_NOCLEAR" val="0"/>
  <p:tag name="KSO_WM_BEAUTIFY_FLAG" val="#wm#"/>
  <p:tag name="KSO_WM_DIAGRAM_GROUP_CODE" val="l1-1"/>
  <p:tag name="KSO_WM_UNIT_PRESET_TEXT" val="请单击此处输入你的正文具体内容，文字是您思想的提炼，为了最终演示发布的良好效果，可酌情增减你的文字。"/>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UNIT_USESOURCEFORMAT_APPL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f"/>
  <p:tag name="KSO_WM_UNIT_INDEX" val="1_4_1"/>
  <p:tag name="KSO_WM_UNIT_ID" val="diagram40492644_5*l_h_f*1_4_1"/>
  <p:tag name="KSO_WM_TEMPLATE_CATEGORY" val="diagram"/>
  <p:tag name="KSO_WM_TEMPLATE_INDEX" val="4049264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1.3576377952756,&quot;left&quot;:57.84785690069989,&quot;top&quot;:118.74236220472446,&quot;width&quot;:421.1298767497813}"/>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TEXT_LAYER_COUNT" val="1"/>
  <p:tag name="KSO_WM_UNIT_NOCLEAR" val="0"/>
  <p:tag name="KSO_WM_BEAUTIFY_FLAG" val="#wm#"/>
  <p:tag name="KSO_WM_DIAGRAM_GROUP_CODE" val="l1-1"/>
  <p:tag name="KSO_WM_UNIT_PRESET_TEXT" val="请单击此处输入你的正文具体内容，文字是您思想的提炼，为了最终演示发布的良好效果。"/>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UNIT_USESOURCEFORMAT_APPLY"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f"/>
  <p:tag name="KSO_WM_UNIT_INDEX" val="1_3_1"/>
  <p:tag name="KSO_WM_UNIT_ID" val="diagram40492644_5*l_h_f*1_3_1"/>
  <p:tag name="KSO_WM_TEMPLATE_CATEGORY" val="diagram"/>
  <p:tag name="KSO_WM_TEMPLATE_INDEX" val="4049264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1.3576377952756,&quot;left&quot;:57.84785690069989,&quot;top&quot;:118.74236220472446,&quot;width&quot;:421.1298767497813}"/>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TEXT_LAYER_COUNT" val="1"/>
  <p:tag name="KSO_WM_UNIT_NOCLEAR" val="0"/>
  <p:tag name="KSO_WM_BEAUTIFY_FLAG" val="#wm#"/>
  <p:tag name="KSO_WM_DIAGRAM_GROUP_CODE" val="l1-1"/>
  <p:tag name="KSO_WM_UNIT_PRESET_TEXT" val="单击此处添加文本具体内容，请尽量简明扼要地阐述您的内容观点。根据需要可酌情增减文字，以便观者能够准确地理解您传达的思想。"/>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UNIT_USESOURCEFORMAT_APPL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f"/>
  <p:tag name="KSO_WM_UNIT_INDEX" val="1_5_1"/>
  <p:tag name="KSO_WM_UNIT_ID" val="diagram40492644_5*l_h_f*1_5_1"/>
  <p:tag name="KSO_WM_TEMPLATE_CATEGORY" val="diagram"/>
  <p:tag name="KSO_WM_TEMPLATE_INDEX" val="40492644"/>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1.3576377952756,&quot;left&quot;:57.84785690069989,&quot;top&quot;:118.74236220472446,&quot;width&quot;:421.1298767497813}"/>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TEXT_LAYER_COUNT" val="1"/>
  <p:tag name="KSO_WM_UNIT_NOCLEAR" val="0"/>
  <p:tag name="KSO_WM_BEAUTIFY_FLAG" val="#wm#"/>
  <p:tag name="KSO_WM_DIAGRAM_GROUP_CODE" val="l1-1"/>
  <p:tag name="KSO_WM_UNIT_PRESET_TEXT" val="单击此处添加文本具体内容，请尽量简明扼要地阐述您的内容观点。根据需要可酌情增减文字，以便观者能够准确地理解您传达的思想。"/>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UNIT_USESOURCEFORMAT_APPLY" val="1"/>
</p:tagLst>
</file>

<file path=ppt/tags/tag162.xml><?xml version="1.0" encoding="utf-8"?>
<p:tagLst xmlns:p="http://schemas.openxmlformats.org/presentationml/2006/main">
  <p:tag name="KSO_WM_SLIDE_ID" val="custom20234829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4829"/>
  <p:tag name="KSO_WM_SLIDE_TYPE" val="text"/>
  <p:tag name="KSO_WM_SLIDE_SUBTYPE" val="picTxt"/>
  <p:tag name="KSO_WM_SLIDE_SIZE" val="399.326*371.358"/>
  <p:tag name="KSO_WM_SLIDE_POSITION" val="68.75*118.742"/>
  <p:tag name="KSO_WM_SLIDE_LAYOUT" val="a_d_l"/>
  <p:tag name="KSO_WM_SLIDE_LAYOUT_CNT" val="1_1_1"/>
  <p:tag name="KSO_WM_SPECIAL_SOURCE" val="bdnull"/>
  <p:tag name="KSO_WM_DIAGRAM_GROUP_CODE" val="l1-1"/>
  <p:tag name="KSO_WM_SLIDE_DIAGTYPE" val="l"/>
</p:tagLst>
</file>

<file path=ppt/tags/tag16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402_3*a*1"/>
  <p:tag name="KSO_WM_TEMPLATE_CATEGORY" val="diagram"/>
  <p:tag name="KSO_WM_TEMPLATE_INDEX" val="20231402"/>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1"/>
</p:tagLst>
</file>

<file path=ppt/tags/tag164.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3"/>
  <p:tag name="KSO_WM_UNIT_ID" val="diagram20231402_5*l_h_i*1_6_3"/>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800000011920929,&quot;colorType&quot;:1,&quot;foreColorIndex&quot;:8,&quot;pos&quot;:1,&quot;transparency&quot;:1},{&quot;brightness&quot;:0.4000000059604645,&quot;colorType&quot;:1,&quot;foreColorIndex&quot;:8,&quot;pos&quot;:0.30000001192092896,&quot;transparency&quot;:0.800000011920929}],&quot;type&quot;:3},&quot;glow&quot;:{&quot;colorType&quot;:0},&quot;line&quot;:{&quot;gradient&quot;:[{&quot;brightness&quot;:0,&quot;colorType&quot;:1,&quot;foreColorIndex&quot;:8,&quot;pos&quot;:0.550000011920929,&quot;transparency&quot;:1},{&quot;brightness&quot;:0,&quot;colorType&quot;:1,&quot;foreColorIndex&quot;:8,&quot;pos&quot;:1,&quot;transparency&quot;:0}],&quot;type&quot;:2},&quot;shadow&quot;:{&quot;brightness&quot;:0,&quot;colorType&quot;:1,&quot;foreColorIndex&quot;:8,&quot;transparency&quot;:0.7099999785423279},&quot;threeD&quot;:{&quot;curvedSurface&quot;:{&quot;brightness&quot;:0,&quot;colorType&quot;:2,&quot;rgb&quot;:&quot;#000000&quot;},&quot;depth&quot;:{&quot;brightness&quot;:0,&quot;colorType&quot;:1,&quot;foreColorIndex&quot;:14}}},&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10"/>
  <p:tag name="KSO_WM_UNIT_SHADOW_SCHEMECOLOR_INDEX" val="10"/>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diagram20231402_5*l_h_i*1_6_1"/>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4000000059604645,&quot;colorType&quot;:1,&quot;foreColorIndex&quot;:8,&quot;pos&quot;:0,&quot;transparency&quot;:0},{&quot;brightness&quot;:0,&quot;colorType&quot;:1,&quot;foreColorIndex&quot;:8,&quot;pos&quot;: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FILL_TYPE" val="3"/>
  <p:tag name="KSO_WM_UNIT_SHADOW_SCHEMECOLOR_INDEX" val="10"/>
  <p:tag name="KSO_WM_UNIT_USESOURCEFORMAT_APPLY" val="1"/>
</p:tagLst>
</file>

<file path=ppt/tags/tag166.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6_2"/>
  <p:tag name="KSO_WM_UNIT_ID" val="diagram20231402_5*l_h_i*1_6_2"/>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gradient&quot;:[{&quot;brightness&quot;:0,&quot;colorType&quot;:1,&quot;foreColorIndex&quot;:8,&quot;pos&quot;:0,&quot;transparency&quot;:0},{&quot;brightness&quot;:0.4000000059604645,&quot;colorType&quot;:1,&quot;foreColorIndex&quot;:8,&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0"/>
  <p:tag name="KSO_WM_UNIT_USESOURCEFORMAT_APPLY" val="1"/>
</p:tagLst>
</file>

<file path=ppt/tags/tag16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6_1"/>
  <p:tag name="KSO_WM_UNIT_ID" val="diagram20231402_5*l_h_a*1_6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1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6_1"/>
  <p:tag name="KSO_WM_UNIT_ID" val="diagram20231402_5*l_h_f*1_6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请尽量言简意赅的阐述观点"/>
  <p:tag name="KSO_WM_UNIT_TEXT_FILL_FORE_SCHEMECOLOR_INDEX" val="1"/>
  <p:tag name="KSO_WM_UNIT_TEXT_FILL_TYPE" val="1"/>
  <p:tag name="KSO_WM_UNIT_USESOURCEFORMAT_APPLY" val="1"/>
</p:tagLst>
</file>

<file path=ppt/tags/tag169.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3"/>
  <p:tag name="KSO_WM_UNIT_ID" val="diagram20231402_5*l_h_i*1_5_3"/>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800000011920929,&quot;colorType&quot;:1,&quot;foreColorIndex&quot;:5,&quot;pos&quot;:1,&quot;transparency&quot;:1},{&quot;brightness&quot;:0.4000000059604645,&quot;colorType&quot;:1,&quot;foreColorIndex&quot;:5,&quot;pos&quot;:0.30000001192092896,&quot;transparency&quot;:0.800000011920929}],&quot;type&quot;:3},&quot;glow&quot;:{&quot;colorType&quot;:0},&quot;line&quot;:{&quot;gradient&quot;:[{&quot;brightness&quot;:0,&quot;colorType&quot;:1,&quot;foreColorIndex&quot;:5,&quot;pos&quot;:0.550000011920929,&quot;transparency&quot;:1},{&quot;brightness&quot;:0,&quot;colorType&quot;:1,&quot;foreColorIndex&quot;:5,&quot;pos&quot;:1,&quot;transparency&quot;:0.6000000238418579}],&quot;type&quot;:2},&quot;shadow&quot;:{&quot;colorType&quot;:0},&quot;threeD&quot;:{&quot;curvedSurface&quot;:{&quot;brightness&quot;:0,&quot;colorType&quot;:2,&quot;rgb&quot;:&quot;#000000&quot;},&quot;depth&quot;:{&quot;brightness&quot;:0,&quot;colorType&quot;:1,&quot;foreColorIndex&quot;:14}}},&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9"/>
  <p:tag name="KSO_WM_UNIT_TEXT_FILL_FORE_SCHEMECOLOR_INDEX" val="2"/>
  <p:tag name="KSO_WM_UNIT_TEXT_FILL_TYPE" val="1"/>
  <p:tag name="KSO_WM_UNIT_USESOURCEFORMAT_APPLY" val="1"/>
</p:tagLst>
</file>

<file path=ppt/tags/tag170.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20231402_5*l_h_i*1_5_1"/>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FILL_TYPE" val="3"/>
  <p:tag name="KSO_WM_UNIT_SHADOW_SCHEMECOLOR_INDEX" val="9"/>
  <p:tag name="KSO_WM_UNIT_USESOURCEFORMAT_APPLY" val="1"/>
</p:tagLst>
</file>

<file path=ppt/tags/tag171.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diagram20231402_5*l_h_i*1_5_2"/>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gradient&quot;:[{&quot;brightness&quot;:0,&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9"/>
  <p:tag name="KSO_WM_UNIT_USESOURCEFORMAT_APPLY" val="1"/>
</p:tagLst>
</file>

<file path=ppt/tags/tag1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402_5*l_h_a*1_5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17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1402_5*l_h_f*1_5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1"/>
</p:tagLst>
</file>

<file path=ppt/tags/tag174.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1402_5*l_h_i*1_4_3"/>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800000011920929,&quot;colorType&quot;:1,&quot;foreColorIndex&quot;:8,&quot;pos&quot;:1,&quot;transparency&quot;:1},{&quot;brightness&quot;:0.4000000059604645,&quot;colorType&quot;:1,&quot;foreColorIndex&quot;:8,&quot;pos&quot;:0.30000001192092896,&quot;transparency&quot;:0.800000011920929}],&quot;type&quot;:3},&quot;glow&quot;:{&quot;colorType&quot;:0},&quot;line&quot;:{&quot;gradient&quot;:[{&quot;brightness&quot;:0,&quot;colorType&quot;:1,&quot;foreColorIndex&quot;:8,&quot;pos&quot;:0.550000011920929,&quot;transparency&quot;:1},{&quot;brightness&quot;:0,&quot;colorType&quot;:1,&quot;foreColorIndex&quot;:8,&quot;pos&quot;:1,&quot;transparency&quot;:0}],&quot;type&quot;:2},&quot;shadow&quot;:{&quot;colorType&quot;:0},&quot;threeD&quot;:{&quot;curvedSurface&quot;:{&quot;brightness&quot;:0,&quot;colorType&quot;:2,&quot;rgb&quot;:&quot;#000000&quot;},&quot;depth&quot;:{&quot;brightness&quot;:0,&quot;colorType&quot;:1,&quot;foreColorIndex&quot;:14}}},&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8"/>
  <p:tag name="KSO_WM_UNIT_TEXT_FILL_FORE_SCHEMECOLOR_INDEX" val="2"/>
  <p:tag name="KSO_WM_UNIT_TEXT_FILL_TYPE" val="1"/>
  <p:tag name="KSO_WM_UNIT_USESOURCEFORMAT_APPLY" val="1"/>
</p:tagLst>
</file>

<file path=ppt/tags/tag175.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1402_5*l_h_i*1_4_1"/>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4000000059604645,&quot;colorType&quot;:1,&quot;foreColorIndex&quot;:8,&quot;pos&quot;:0,&quot;transparency&quot;:0},{&quot;brightness&quot;:0,&quot;colorType&quot;:1,&quot;foreColorIndex&quot;:8,&quot;pos&quot;: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FILL_TYPE" val="3"/>
  <p:tag name="KSO_WM_UNIT_SHADOW_SCHEMECOLOR_INDEX" val="8"/>
  <p:tag name="KSO_WM_UNIT_USESOURCEFORMAT_APPLY" val="1"/>
</p:tagLst>
</file>

<file path=ppt/tags/tag176.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402_5*l_h_i*1_4_2"/>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gradient&quot;:[{&quot;brightness&quot;:0,&quot;colorType&quot;:1,&quot;foreColorIndex&quot;:8,&quot;pos&quot;:0,&quot;transparency&quot;:0},{&quot;brightness&quot;:0.4000000059604645,&quot;colorType&quot;:1,&quot;foreColorIndex&quot;:8,&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8"/>
  <p:tag name="KSO_WM_UNIT_USESOURCEFORMAT_APPLY" val="1"/>
</p:tagLst>
</file>

<file path=ppt/tags/tag17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402_5*l_h_a*1_4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1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402_5*l_h_f*1_4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1"/>
</p:tagLst>
</file>

<file path=ppt/tags/tag179.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1402_5*l_h_i*1_3_3"/>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800000011920929,&quot;colorType&quot;:1,&quot;foreColorIndex&quot;:5,&quot;pos&quot;:1,&quot;transparency&quot;:1},{&quot;brightness&quot;:0.4000000059604645,&quot;colorType&quot;:1,&quot;foreColorIndex&quot;:5,&quot;pos&quot;:0.30000001192092896,&quot;transparency&quot;:0.800000011920929}],&quot;type&quot;:3},&quot;glow&quot;:{&quot;colorType&quot;:0},&quot;line&quot;:{&quot;gradient&quot;:[{&quot;brightness&quot;:0,&quot;colorType&quot;:1,&quot;foreColorIndex&quot;:5,&quot;pos&quot;:0.550000011920929,&quot;transparency&quot;:1},{&quot;brightness&quot;:0,&quot;colorType&quot;:1,&quot;foreColorIndex&quot;:5,&quot;pos&quot;:1,&quot;transparency&quot;:0.6000000238418579}],&quot;type&quot;:2},&quot;shadow&quot;:{&quot;colorType&quot;:0},&quot;threeD&quot;:{&quot;curvedSurface&quot;:{&quot;brightness&quot;:0,&quot;colorType&quot;:2,&quot;rgb&quot;:&quot;#000000&quot;},&quot;depth&quot;:{&quot;brightness&quot;:0,&quot;colorType&quot;:1,&quot;foreColorIndex&quot;:14}}},&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7"/>
  <p:tag name="KSO_WM_UNIT_TEXT_FILL_FORE_SCHEMECOLOR_INDEX" val="2"/>
  <p:tag name="KSO_WM_UNIT_TEXT_FILL_TYPE" val="1"/>
  <p:tag name="KSO_WM_UNIT_USESOURCEFORMAT_APPLY" val="1"/>
</p:tagLst>
</file>

<file path=ppt/tags/tag180.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402_5*l_h_i*1_3_1"/>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FILL_TYPE" val="3"/>
  <p:tag name="KSO_WM_UNIT_SHADOW_SCHEMECOLOR_INDEX" val="7"/>
  <p:tag name="KSO_WM_UNIT_USESOURCEFORMAT_APPLY" val="1"/>
</p:tagLst>
</file>

<file path=ppt/tags/tag181.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402_5*l_h_i*1_3_2"/>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gradient&quot;:[{&quot;brightness&quot;:0,&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7"/>
  <p:tag name="KSO_WM_UNIT_USESOURCEFORMAT_APPLY" val="1"/>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402_5*l_h_a*1_3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1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402_5*l_h_f*1_3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请尽量言简意赅的阐述观点"/>
  <p:tag name="KSO_WM_UNIT_TEXT_FILL_FORE_SCHEMECOLOR_INDEX" val="1"/>
  <p:tag name="KSO_WM_UNIT_TEXT_FILL_TYPE" val="1"/>
  <p:tag name="KSO_WM_UNIT_USESOURCEFORMAT_APPLY" val="1"/>
</p:tagLst>
</file>

<file path=ppt/tags/tag184.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402_5*l_h_i*1_2_3"/>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800000011920929,&quot;colorType&quot;:1,&quot;foreColorIndex&quot;:8,&quot;pos&quot;:1,&quot;transparency&quot;:1},{&quot;brightness&quot;:0.4000000059604645,&quot;colorType&quot;:1,&quot;foreColorIndex&quot;:8,&quot;pos&quot;:0.30000001192092896,&quot;transparency&quot;:0.800000011920929}],&quot;type&quot;:3},&quot;glow&quot;:{&quot;colorType&quot;:0},&quot;line&quot;:{&quot;gradient&quot;:[{&quot;brightness&quot;:0,&quot;colorType&quot;:1,&quot;foreColorIndex&quot;:8,&quot;pos&quot;:0.550000011920929,&quot;transparency&quot;:1},{&quot;brightness&quot;:0,&quot;colorType&quot;:1,&quot;foreColorIndex&quot;:8,&quot;pos&quot;:1,&quot;transparency&quot;:0}],&quot;type&quot;:2},&quot;shadow&quot;:{&quot;colorType&quot;:0},&quot;threeD&quot;:{&quot;curvedSurface&quot;:{&quot;brightness&quot;:0,&quot;colorType&quot;:2,&quot;rgb&quot;:&quot;#000000&quot;},&quot;depth&quot;:{&quot;brightness&quot;:0,&quot;colorType&quot;:1,&quot;foreColorIndex&quot;:14}}},&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6"/>
  <p:tag name="KSO_WM_UNIT_TEXT_FILL_FORE_SCHEMECOLOR_INDEX" val="2"/>
  <p:tag name="KSO_WM_UNIT_TEXT_FILL_TYPE" val="1"/>
  <p:tag name="KSO_WM_UNIT_USESOURCEFORMAT_APPLY" val="1"/>
</p:tagLst>
</file>

<file path=ppt/tags/tag185.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402_5*l_h_i*1_2_1"/>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4000000059604645,&quot;colorType&quot;:1,&quot;foreColorIndex&quot;:8,&quot;pos&quot;:0,&quot;transparency&quot;:0},{&quot;brightness&quot;:0,&quot;colorType&quot;:1,&quot;foreColorIndex&quot;:8,&quot;pos&quot;:1,&quot;transparency&quot;:0}],&quot;type&quot;:3},&quot;glow&quot;:{&quot;colorType&quot;:0},&quot;line&quot;:{&quot;type&quot;:0},&quot;shadow&quot;:{&quot;brightness&quot;:0,&quot;colorType&quot;:1,&quot;foreColorIndex&quot;:8,&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FILL_TYPE" val="3"/>
  <p:tag name="KSO_WM_UNIT_SHADOW_SCHEMECOLOR_INDEX" val="6"/>
  <p:tag name="KSO_WM_UNIT_USESOURCEFORMAT_APPLY" val="1"/>
</p:tagLst>
</file>

<file path=ppt/tags/tag186.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402_5*l_h_i*1_2_2"/>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gradient&quot;:[{&quot;brightness&quot;:0,&quot;colorType&quot;:1,&quot;foreColorIndex&quot;:8,&quot;pos&quot;:0,&quot;transparency&quot;:0},{&quot;brightness&quot;:0.4000000059604645,&quot;colorType&quot;:1,&quot;foreColorIndex&quot;:8,&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6"/>
  <p:tag name="KSO_WM_UNIT_USESOURCEFORMAT_APPLY" val="1"/>
</p:tagLst>
</file>

<file path=ppt/tags/tag18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402_5*l_h_a*1_2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18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402_5*l_h_f*1_2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请尽量言简意赅的阐述观点"/>
  <p:tag name="KSO_WM_UNIT_TEXT_FILL_FORE_SCHEMECOLOR_INDEX" val="1"/>
  <p:tag name="KSO_WM_UNIT_TEXT_FILL_TYPE" val="1"/>
  <p:tag name="KSO_WM_UNIT_USESOURCEFORMAT_APPLY" val="1"/>
</p:tagLst>
</file>

<file path=ppt/tags/tag189.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402_5*l_h_i*1_1_3"/>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800000011920929,&quot;colorType&quot;:1,&quot;foreColorIndex&quot;:5,&quot;pos&quot;:1,&quot;transparency&quot;:0.800000011920929},{&quot;brightness&quot;:0.4000000059604645,&quot;colorType&quot;:1,&quot;foreColorIndex&quot;:5,&quot;pos&quot;:0.03999999910593033,&quot;transparency&quot;:0.800000011920929}],&quot;type&quot;:3},&quot;glow&quot;:{&quot;colorType&quot;:0},&quot;line&quot;:{&quot;gradient&quot;:[{&quot;brightness&quot;:0,&quot;colorType&quot;:1,&quot;foreColorIndex&quot;:5,&quot;pos&quot;:0.550000011920929,&quot;transparency&quot;:1},{&quot;brightness&quot;:0,&quot;colorType&quot;:1,&quot;foreColorIndex&quot;:5,&quot;pos&quot;:1,&quot;transparency&quot;:0.6000000238418579}],&quot;type&quot;:2},&quot;shadow&quot;:{&quot;colorType&quot;:0},&quot;threeD&quot;:{&quot;curvedSurface&quot;:{&quot;brightness&quot;:0,&quot;colorType&quot;:2,&quot;rgb&quot;:&quot;#000000&quot;},&quot;depth&quot;:{&quot;brightness&quot;:0,&quot;colorType&quot;:1,&quot;foreColorIndex&quot;:14}}},&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5"/>
  <p:tag name="KSO_WM_UNIT_TEXT_FILL_FORE_SCHEMECOLOR_INDEX" val="2"/>
  <p:tag name="KSO_WM_UNIT_TEXT_FILL_TYPE" val="1"/>
  <p:tag name="KSO_WM_UNIT_USESOURCEFORMAT_APPLY" val="1"/>
</p:tagLst>
</file>

<file path=ppt/tags/tag190.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402_5*l_h_i*1_1_1"/>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BEAUTIFY_FLAG" val="#wm#"/>
  <p:tag name="KSO_WM_UNIT_FILL_TYPE" val="3"/>
  <p:tag name="KSO_WM_UNIT_SHADOW_SCHEMECOLOR_INDEX" val="5"/>
  <p:tag name="KSO_WM_UNIT_USESOURCEFORMAT_APPLY" val="1"/>
</p:tagLst>
</file>

<file path=ppt/tags/tag191.xml><?xml version="1.0" encoding="utf-8"?>
<p:tagLst xmlns:p="http://schemas.openxmlformats.org/presentationml/2006/main">
  <p:tag name="KSO_WM_DIAGRAM_VERSION" val="3"/>
  <p:tag name="KSO_WM_DIAGRAM_COLOR_TRICK" val="2"/>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402_5*l_h_i*1_1_2"/>
  <p:tag name="KSO_WM_TEMPLATE_CATEGORY" val="diagram"/>
  <p:tag name="KSO_WM_TEMPLATE_INDEX" val="20231402"/>
  <p:tag name="KSO_WM_UNIT_LAYERLEVEL" val="1_1_1"/>
  <p:tag name="KSO_WM_TAG_VERSION" val="3.0"/>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gradient&quot;:[{&quot;brightness&quot;:0,&quot;colorType&quot;:1,&quot;foreColorIndex&quot;:5,&quot;pos&quot;:0,&quot;transparency&quot;:0},{&quot;brightness&quot;:0.4000000059604645,&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USESOURCEFORMAT_APPLY" val="1"/>
</p:tagLst>
</file>

<file path=ppt/tags/tag19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402_5*l_h_a*1_1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1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402_5*l_h_f*1_1_1"/>
  <p:tag name="KSO_WM_TEMPLATE_CATEGORY" val="diagram"/>
  <p:tag name="KSO_WM_TEMPLATE_INDEX" val="20231402"/>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69.5125175040201,&quot;left&quot;:54.19999999999999,&quot;top&quot;:134.18748140547027,&quot;width&quot;:851.5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请言简意赅的阐述您的观点"/>
  <p:tag name="KSO_WM_UNIT_TEXT_FILL_FORE_SCHEMECOLOR_INDEX" val="1"/>
  <p:tag name="KSO_WM_UNIT_TEXT_FILL_TYPE" val="1"/>
  <p:tag name="KSO_WM_UNIT_USESOURCEFORMAT_APPLY" val="1"/>
</p:tagLst>
</file>

<file path=ppt/tags/tag194.xml><?xml version="1.0" encoding="utf-8"?>
<p:tagLst xmlns:p="http://schemas.openxmlformats.org/presentationml/2006/main">
  <p:tag name="KSO_WM_SLIDE_ID" val="diagram20231402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402"/>
  <p:tag name="KSO_WM_SLIDE_TYPE" val="text"/>
  <p:tag name="KSO_WM_SLIDE_SUBTYPE" val="diag"/>
  <p:tag name="KSO_WM_SLIDE_SIZE" val="851.543*369.513"/>
  <p:tag name="KSO_WM_SLIDE_POSITION" val="54.2*134.187"/>
  <p:tag name="KSO_WM_SLIDE_LAYOUT" val="a_l"/>
  <p:tag name="KSO_WM_SLIDE_LAYOUT_CNT" val="1_1"/>
  <p:tag name="KSO_WM_SPECIAL_SOURCE" val="bdnull"/>
  <p:tag name="KSO_WM_DIAGRAM_GROUP_CODE" val="l1-1"/>
  <p:tag name="KSO_WM_SLIDE_DIAGTYPE" val="l"/>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7.xml><?xml version="1.0" encoding="utf-8"?>
<p:tagLst xmlns:p="http://schemas.openxmlformats.org/presentationml/2006/main">
  <p:tag name="KSO_WM_BEAUTIFY_FLAG" val="#wm#"/>
  <p:tag name="KSO_WM_TEMPLATE_CATEGORY" val="diagram"/>
  <p:tag name="KSO_WM_TEMPLATE_INDEX" val="20231402"/>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40493027_1*i*1"/>
  <p:tag name="KSO_WM_TEMPLATE_CATEGORY" val="custom"/>
  <p:tag name="KSO_WM_TEMPLATE_INDEX" val="40493027"/>
  <p:tag name="KSO_WM_UNIT_LAYERLEVEL" val="1"/>
  <p:tag name="KSO_WM_TAG_VERSION" val="3.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40493027_1*i*2"/>
  <p:tag name="KSO_WM_TEMPLATE_CATEGORY" val="custom"/>
  <p:tag name="KSO_WM_TEMPLATE_INDEX" val="40493027"/>
  <p:tag name="KSO_WM_UNIT_LAYERLEVEL" val="1"/>
  <p:tag name="KSO_WM_TAG_VERSION" val="3.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Lst>
</file>

<file path=ppt/tags/tag20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40493027_1*a*1"/>
  <p:tag name="KSO_WM_TEMPLATE_CATEGORY" val="custom"/>
  <p:tag name="KSO_WM_TEMPLATE_INDEX" val="40493027"/>
  <p:tag name="KSO_WM_UNIT_LAYERLEVEL" val="1"/>
  <p:tag name="KSO_WM_TAG_VERSION" val="3.0"/>
  <p:tag name="KSO_WM_BEAUTIFY_FLAG" val="#wm#"/>
  <p:tag name="KSO_WM_UNIT_VALUE" val="30"/>
  <p:tag name="KSO_WM_DIAGRAM_GROUP_CODE" val="l1-1"/>
  <p:tag name="KSO_WM_UNIT_PRESET_TEXT" val="单击添加页面标题"/>
  <p:tag name="KSO_WM_UNIT_TEXT_TYPE" val="1"/>
  <p:tag name="KSO_WM_UNIT_TEXT_FILL_FORE_SCHEMECOLOR_INDEX" val="13"/>
  <p:tag name="KSO_WM_UNIT_TEXT_FILL_TYPE" val="1"/>
  <p:tag name="KSO_WM_UNIT_USESOURCEFORMAT_APPLY" val="1"/>
</p:tagLst>
</file>

<file path=ppt/tags/tag201.xml><?xml version="1.0" encoding="utf-8"?>
<p:tagLst xmlns:p="http://schemas.openxmlformats.org/presentationml/2006/main">
  <p:tag name="KSO_WM_UNIT_PICTURE_SUBTYPE" val="b"/>
  <p:tag name="KSO_WM_UNIT_VALUE" val="1273*1228"/>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40493027_1*d*1"/>
  <p:tag name="KSO_WM_TEMPLATE_CATEGORY" val="custom"/>
  <p:tag name="KSO_WM_TEMPLATE_INDEX" val="40493027"/>
  <p:tag name="KSO_WM_UNIT_LAYERLEVEL" val="1"/>
  <p:tag name="KSO_WM_TAG_VERSION" val="3.0"/>
  <p:tag name="KSO_WM_BEAUTIFY_FLAG" val="#wm#"/>
  <p:tag name="KSO_WM_UNIT_FILL_FORE_SCHEMECOLOR_INDEX" val="5"/>
  <p:tag name="KSO_WM_UNIT_FILL_TYPE" val="1"/>
  <p:tag name="KSO_WM_UNIT_LINE_FORE_SCHEMECOLOR_INDEX" val="5"/>
  <p:tag name="KSO_WM_UNIT_LINE_FILL_TYPE" val="2"/>
  <p:tag name="KSO_WM_UNIT_SHADOW_SCHEMECOLOR_INDEX" val="5"/>
  <p:tag name="KSO_WM_UNIT_USESOURCEFORMAT_APPLY"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i"/>
  <p:tag name="KSO_WM_UNIT_INDEX" val="1_1"/>
  <p:tag name="KSO_WM_UNIT_ID" val="diagram40492645_2*l_i*1_1"/>
  <p:tag name="KSO_WM_TEMPLATE_CATEGORY" val="diagram"/>
  <p:tag name="KSO_WM_TEMPLATE_INDEX" val="40492645"/>
  <p:tag name="KSO_WM_UNIT_LAYERLEVEL" val="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62.3,&quot;left&quot;:56.4245390408877,&quot;top&quot;:133.70000000000002,&quot;width&quot;:410.7509219182246}"/>
  <p:tag name="KSO_WM_DIAGRAM_COLOR_MATCH_VALUE" val="{&quot;shape&quot;:{&quot;fill&quot;:{&quot;solid&quot;:{&quot;brightness&quot;:0,&quot;colorType&quot;:2,&quot;rgb&quot;:&quot;#ffffff&quot;,&quot;transparency&quot;: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0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40492645_2*l_h_f*1_1_1"/>
  <p:tag name="KSO_WM_TEMPLATE_CATEGORY" val="diagram"/>
  <p:tag name="KSO_WM_TEMPLATE_INDEX" val="4049264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单击此处添加正文，文字是您思想的提炼，请言简意赅阐述内容。"/>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DIAGRAM_MAX_ITEMCNT" val="6"/>
  <p:tag name="KSO_WM_DIAGRAM_MIN_ITEMCNT" val="2"/>
  <p:tag name="KSO_WM_DIAGRAM_VIRTUALLY_FRAME" val="{&quot;height&quot;:362.3,&quot;left&quot;:56.4245390408877,&quot;top&quot;:133.70000000000002,&quot;width&quot;:410.7509219182246}"/>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40492645_2*l_h_i*1_1_1"/>
  <p:tag name="KSO_WM_TEMPLATE_CATEGORY" val="diagram"/>
  <p:tag name="KSO_WM_TEMPLATE_INDEX" val="4049264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FILL_TYPE" val="1"/>
  <p:tag name="KSO_WM_UNIT_FILL_FORE_SCHEMECOLOR_INDEX" val="5"/>
  <p:tag name="KSO_WM_UNIT_FILL_FORE_SCHEMECOLOR_INDEX_BRIGHTNESS" val="0"/>
  <p:tag name="KSO_WM_DIAGRAM_MAX_ITEMCNT" val="6"/>
  <p:tag name="KSO_WM_DIAGRAM_MIN_ITEMCNT" val="2"/>
  <p:tag name="KSO_WM_DIAGRAM_VIRTUALLY_FRAME" val="{&quot;height&quot;:362.3,&quot;left&quot;:56.4245390408877,&quot;top&quot;:133.70000000000002,&quot;width&quot;:410.750921918224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05.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40492645_2*l_h_f*1_3_1"/>
  <p:tag name="KSO_WM_TEMPLATE_CATEGORY" val="diagram"/>
  <p:tag name="KSO_WM_TEMPLATE_INDEX" val="4049264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单击此处添加正文，文字是您思想的提炼，请言简意赅阐述内容。"/>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DIAGRAM_MAX_ITEMCNT" val="6"/>
  <p:tag name="KSO_WM_DIAGRAM_MIN_ITEMCNT" val="2"/>
  <p:tag name="KSO_WM_DIAGRAM_VIRTUALLY_FRAME" val="{&quot;height&quot;:362.3,&quot;left&quot;:56.4245390408877,&quot;top&quot;:133.70000000000002,&quot;width&quot;:410.7509219182246}"/>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40492645_2*l_h_i*1_3_1"/>
  <p:tag name="KSO_WM_TEMPLATE_CATEGORY" val="diagram"/>
  <p:tag name="KSO_WM_TEMPLATE_INDEX" val="4049264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FILL_TYPE" val="1"/>
  <p:tag name="KSO_WM_UNIT_FILL_FORE_SCHEMECOLOR_INDEX" val="5"/>
  <p:tag name="KSO_WM_UNIT_FILL_FORE_SCHEMECOLOR_INDEX_BRIGHTNESS" val="0"/>
  <p:tag name="KSO_WM_DIAGRAM_MAX_ITEMCNT" val="6"/>
  <p:tag name="KSO_WM_DIAGRAM_MIN_ITEMCNT" val="2"/>
  <p:tag name="KSO_WM_DIAGRAM_VIRTUALLY_FRAME" val="{&quot;height&quot;:362.3,&quot;left&quot;:56.4245390408877,&quot;top&quot;:133.70000000000002,&quot;width&quot;:410.750921918224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07.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40492645_2*l_h_f*1_2_1"/>
  <p:tag name="KSO_WM_TEMPLATE_CATEGORY" val="diagram"/>
  <p:tag name="KSO_WM_TEMPLATE_INDEX" val="4049264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PRESET_TEXT" val="单击此处添加正文内容，请尽量言简意赅阐述观点。"/>
  <p:tag name="KSO_WM_UNIT_FILL_TYPE" val="1"/>
  <p:tag name="KSO_WM_UNIT_FILL_FORE_SCHEMECOLOR_INDEX" val="5"/>
  <p:tag name="KSO_WM_UNIT_FILL_FORE_SCHEMECOLOR_INDEX_BRIGHTNESS" val="0.6"/>
  <p:tag name="KSO_WM_UNIT_TEXT_FILL_FORE_SCHEMECOLOR_INDEX" val="1"/>
  <p:tag name="KSO_WM_UNIT_TEXT_FILL_TYPE" val="1"/>
  <p:tag name="KSO_WM_UNIT_TEXT_TYPE" val="1"/>
  <p:tag name="KSO_WM_DIAGRAM_MAX_ITEMCNT" val="6"/>
  <p:tag name="KSO_WM_DIAGRAM_MIN_ITEMCNT" val="2"/>
  <p:tag name="KSO_WM_DIAGRAM_VIRTUALLY_FRAME" val="{&quot;height&quot;:362.3,&quot;left&quot;:56.4245390408877,&quot;top&quot;:133.70000000000002,&quot;width&quot;:410.7509219182246}"/>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40492645_2*l_h_i*1_2_1"/>
  <p:tag name="KSO_WM_TEMPLATE_CATEGORY" val="diagram"/>
  <p:tag name="KSO_WM_TEMPLATE_INDEX" val="4049264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FILL_TYPE" val="1"/>
  <p:tag name="KSO_WM_UNIT_FILL_FORE_SCHEMECOLOR_INDEX" val="5"/>
  <p:tag name="KSO_WM_UNIT_FILL_FORE_SCHEMECOLOR_INDEX_BRIGHTNESS" val="0"/>
  <p:tag name="KSO_WM_DIAGRAM_MAX_ITEMCNT" val="6"/>
  <p:tag name="KSO_WM_DIAGRAM_MIN_ITEMCNT" val="2"/>
  <p:tag name="KSO_WM_DIAGRAM_VIRTUALLY_FRAME" val="{&quot;height&quot;:362.3,&quot;left&quot;:56.4245390408877,&quot;top&quot;:133.70000000000002,&quot;width&quot;:410.750921918224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Lst>
</file>

<file path=ppt/tags/tag209.xml><?xml version="1.0" encoding="utf-8"?>
<p:tagLst xmlns:p="http://schemas.openxmlformats.org/presentationml/2006/main">
  <p:tag name="KSO_WM_SLIDE_ID" val="custom40493027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40493027"/>
  <p:tag name="KSO_WM_SLIDE_TYPE" val="text"/>
  <p:tag name="KSO_WM_SLIDE_SUBTYPE" val="picTxt"/>
  <p:tag name="KSO_WM_SLIDE_SIZE" val="425.9*362.3"/>
  <p:tag name="KSO_WM_SLIDE_POSITION" val="48.85*133.7"/>
  <p:tag name="KSO_WM_SLIDE_LAYOUT" val="a_d_l"/>
  <p:tag name="KSO_WM_SLIDE_LAYOUT_CNT" val="1_1_1"/>
  <p:tag name="KSO_WM_SPECIAL_SOURCE" val="bdnull"/>
  <p:tag name="KSO_WM_DIAGRAM_GROUP_CODE" val="l1-1"/>
  <p:tag name="KSO_WM_SLIDE_DIAGTYPE" val="l"/>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2.xml><?xml version="1.0" encoding="utf-8"?>
<p:tagLst xmlns:p="http://schemas.openxmlformats.org/presentationml/2006/main">
  <p:tag name="KSO_WM_BEAUTIFY_FLAG" val="#wm#"/>
  <p:tag name="KSO_WM_TEMPLATE_CATEGORY" val="custom"/>
  <p:tag name="KSO_WM_TEMPLATE_INDEX" val="40493027"/>
</p:tagLst>
</file>

<file path=ppt/tags/tag21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5204_1*a*1"/>
  <p:tag name="KSO_WM_TEMPLATE_CATEGORY" val="custom"/>
  <p:tag name="KSO_WM_TEMPLATE_INDEX" val="20235204"/>
  <p:tag name="KSO_WM_UNIT_LAYERLEVEL" val="1"/>
  <p:tag name="KSO_WM_TAG_VERSION" val="3.0"/>
  <p:tag name="KSO_WM_BEAUTIFY_FLAG" val="#wm#"/>
  <p:tag name="KSO_WM_UNIT_TEXT_TYPE" val="1"/>
  <p:tag name="KSO_WM_UNIT_PRESET_TEXT" val="单击此处添加标题内容"/>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204_1*i*1"/>
  <p:tag name="KSO_WM_TEMPLATE_CATEGORY" val="custom"/>
  <p:tag name="KSO_WM_TEMPLATE_INDEX" val="20235204"/>
  <p:tag name="KSO_WM_UNIT_LAYERLEVEL" val="1"/>
  <p:tag name="KSO_WM_TAG_VERSION" val="3.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204_1*i*2"/>
  <p:tag name="KSO_WM_TEMPLATE_CATEGORY" val="custom"/>
  <p:tag name="KSO_WM_TEMPLATE_INDEX" val="20235204"/>
  <p:tag name="KSO_WM_UNIT_LAYERLEVEL" val="1"/>
  <p:tag name="KSO_WM_TAG_VERSION" val="3.0"/>
  <p:tag name="KSO_WM_BEAUTIFY_FLAG" val="#wm#"/>
</p:tagLst>
</file>

<file path=ppt/tags/tag216.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204_1*f*1"/>
  <p:tag name="KSO_WM_TEMPLATE_CATEGORY" val="custom"/>
  <p:tag name="KSO_WM_TEMPLATE_INDEX" val="20235204"/>
  <p:tag name="KSO_WM_UNIT_LAYERLEVEL" val="1"/>
  <p:tag name="KSO_WM_TAG_VERSION" val="3.0"/>
  <p:tag name="KSO_WM_BEAUTIFY_FLAG" val="#wm#"/>
  <p:tag name="KSO_WM_UNIT_PRESET_TEXT" val="单击添加文本具体内容单击添加文本具体内容单击添加文本具体内容"/>
  <p:tag name="KSO_WM_UNIT_TEXT_TYPE" val="1"/>
</p:tagLst>
</file>

<file path=ppt/tags/tag217.xml><?xml version="1.0" encoding="utf-8"?>
<p:tagLst xmlns:p="http://schemas.openxmlformats.org/presentationml/2006/main">
  <p:tag name="KSO_WM_SLIDE_ID" val="custom20235204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204"/>
  <p:tag name="KSO_WM_SLIDE_TYPE" val="text"/>
  <p:tag name="KSO_WM_SLIDE_SUBTYPE" val="picTxt"/>
  <p:tag name="KSO_WM_SLIDE_SIZE" val="693*382"/>
  <p:tag name="KSO_WM_SLIDE_POSITION" val="143*83"/>
  <p:tag name="KSO_WM_SLIDE_LAYOUT" val="a_f"/>
  <p:tag name="KSO_WM_SLIDE_LAYOUT_CNT" val="1_1"/>
  <p:tag name="KSO_WM_SPECIAL_SOURCE" val="bdnull"/>
  <p:tag name="RESOURCE_RECORD_KEY" val="{&quot;10&quot;:[21573832,3649412,4720996],&quot;65&quot;:[3]}"/>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商务发布会">
  <a:themeElements>
    <a:clrScheme name="自定义 22">
      <a:dk1>
        <a:srgbClr val="000000"/>
      </a:dk1>
      <a:lt1>
        <a:srgbClr val="FFFFFF"/>
      </a:lt1>
      <a:dk2>
        <a:srgbClr val="001548"/>
      </a:dk2>
      <a:lt2>
        <a:srgbClr val="F5F7FF"/>
      </a:lt2>
      <a:accent1>
        <a:srgbClr val="2BBED9"/>
      </a:accent1>
      <a:accent2>
        <a:srgbClr val="39ABCF"/>
      </a:accent2>
      <a:accent3>
        <a:srgbClr val="25BF51"/>
      </a:accent3>
      <a:accent4>
        <a:srgbClr val="57D19F"/>
      </a:accent4>
      <a:accent5>
        <a:srgbClr val="5B9BD5"/>
      </a:accent5>
      <a:accent6>
        <a:srgbClr val="70AD47"/>
      </a:accent6>
      <a:hlink>
        <a:srgbClr val="304FFE"/>
      </a:hlink>
      <a:folHlink>
        <a:srgbClr val="492067"/>
      </a:folHlink>
    </a:clrScheme>
    <a:fontScheme name="自定义 20">
      <a:majorFont>
        <a:latin typeface="汉仪润圆-65简"/>
        <a:ea typeface="汉仪润圆-65简"/>
        <a:cs typeface=""/>
      </a:majorFont>
      <a:minorFont>
        <a:latin typeface="汉仪润圆-65简"/>
        <a:ea typeface="汉仪润圆-6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1302</Words>
  <Application>WPS 演示</Application>
  <PresentationFormat>宽屏</PresentationFormat>
  <Paragraphs>195</Paragraphs>
  <Slides>13</Slides>
  <Notes>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13</vt:i4>
      </vt:variant>
    </vt:vector>
  </HeadingPairs>
  <TitlesOfParts>
    <vt:vector size="26" baseType="lpstr">
      <vt:lpstr>Arial</vt:lpstr>
      <vt:lpstr>宋体</vt:lpstr>
      <vt:lpstr>Wingdings</vt:lpstr>
      <vt:lpstr>Wingdings</vt:lpstr>
      <vt:lpstr>微软雅黑</vt:lpstr>
      <vt:lpstr>Arial Unicode MS</vt:lpstr>
      <vt:lpstr>Calibri</vt:lpstr>
      <vt:lpstr>汉仪润圆-65简</vt:lpstr>
      <vt:lpstr>思源黑体 Regular</vt:lpstr>
      <vt:lpstr>黑体</vt:lpstr>
      <vt:lpstr>MiSans Normal</vt:lpstr>
      <vt:lpstr>WPS</vt:lpstr>
      <vt:lpstr>商务发布会</vt:lpstr>
      <vt:lpstr>多模态客服智能体</vt:lpstr>
      <vt:lpstr>一、数据预处理</vt:lpstr>
      <vt:lpstr>PowerPoint 演示文稿</vt:lpstr>
      <vt:lpstr>PowerPoint 演示文稿</vt:lpstr>
      <vt:lpstr>预处理Prompt</vt:lpstr>
      <vt:lpstr>二、多模态客服智能体API服务</vt:lpstr>
      <vt:lpstr>核心模块 1 - RAG 知识库系统</vt:lpstr>
      <vt:lpstr>核心模块 2 - 智能问答引擎</vt:lpstr>
      <vt:lpstr>三、测试题库样本</vt:lpstr>
      <vt:lpstr>PowerPoint 演示文稿</vt:lpstr>
      <vt:lpstr>四、json转csv</vt:lpstr>
      <vt:lpstr>PowerPoint 演示文稿</vt:lpstr>
      <vt:lpstr>agent前端展示：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铱 C6H6Cl6</cp:lastModifiedBy>
  <cp:revision>158</cp:revision>
  <dcterms:created xsi:type="dcterms:W3CDTF">2019-06-19T02:08:00Z</dcterms:created>
  <dcterms:modified xsi:type="dcterms:W3CDTF">2026-05-20T16:48:02Z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BD04DB17A5184ACCBD11C2F30D2A94FD_11</vt:lpwstr>
  </property>
</Properties>
</file>